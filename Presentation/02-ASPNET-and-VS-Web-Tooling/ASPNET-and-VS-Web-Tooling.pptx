
<file path=[Content_Types].xml><?xml version="1.0" encoding="utf-8"?>
<Types xmlns="http://schemas.openxmlformats.org/package/2006/content-types">
  <Default Extension="png" ContentType="image/png"/>
  <Default Extension="tmp"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4.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5.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6.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7.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 id="2147483714" r:id="rId2"/>
    <p:sldMasterId id="2147483727" r:id="rId3"/>
    <p:sldMasterId id="2147483734" r:id="rId4"/>
    <p:sldMasterId id="2147483741" r:id="rId5"/>
    <p:sldMasterId id="2147483748" r:id="rId6"/>
    <p:sldMasterId id="2147483758" r:id="rId7"/>
    <p:sldMasterId id="2147483808" r:id="rId8"/>
  </p:sldMasterIdLst>
  <p:notesMasterIdLst>
    <p:notesMasterId r:id="rId50"/>
  </p:notesMasterIdLst>
  <p:sldIdLst>
    <p:sldId id="345" r:id="rId9"/>
    <p:sldId id="269" r:id="rId10"/>
    <p:sldId id="335" r:id="rId11"/>
    <p:sldId id="259" r:id="rId12"/>
    <p:sldId id="312" r:id="rId13"/>
    <p:sldId id="293" r:id="rId14"/>
    <p:sldId id="323" r:id="rId15"/>
    <p:sldId id="292" r:id="rId16"/>
    <p:sldId id="305" r:id="rId17"/>
    <p:sldId id="304" r:id="rId18"/>
    <p:sldId id="306" r:id="rId19"/>
    <p:sldId id="314" r:id="rId20"/>
    <p:sldId id="315" r:id="rId21"/>
    <p:sldId id="316" r:id="rId22"/>
    <p:sldId id="324" r:id="rId23"/>
    <p:sldId id="325" r:id="rId24"/>
    <p:sldId id="326" r:id="rId25"/>
    <p:sldId id="327" r:id="rId26"/>
    <p:sldId id="295" r:id="rId27"/>
    <p:sldId id="313" r:id="rId28"/>
    <p:sldId id="317" r:id="rId29"/>
    <p:sldId id="318" r:id="rId30"/>
    <p:sldId id="320" r:id="rId31"/>
    <p:sldId id="319" r:id="rId32"/>
    <p:sldId id="321" r:id="rId33"/>
    <p:sldId id="330" r:id="rId34"/>
    <p:sldId id="331" r:id="rId35"/>
    <p:sldId id="332" r:id="rId36"/>
    <p:sldId id="308" r:id="rId37"/>
    <p:sldId id="348" r:id="rId38"/>
    <p:sldId id="349" r:id="rId39"/>
    <p:sldId id="350" r:id="rId40"/>
    <p:sldId id="351" r:id="rId41"/>
    <p:sldId id="352" r:id="rId42"/>
    <p:sldId id="353" r:id="rId43"/>
    <p:sldId id="354" r:id="rId44"/>
    <p:sldId id="355" r:id="rId45"/>
    <p:sldId id="356" r:id="rId46"/>
    <p:sldId id="357" r:id="rId47"/>
    <p:sldId id="358" r:id="rId48"/>
    <p:sldId id="347"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n Galloway" initials="JG" lastIdx="1" clrIdx="0">
    <p:extLst>
      <p:ext uri="{19B8F6BF-5375-455C-9EA6-DF929625EA0E}">
        <p15:presenceInfo xmlns:p15="http://schemas.microsoft.com/office/powerpoint/2012/main" userId="8709d7dd459c327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E7F2FC"/>
    <a:srgbClr val="E7E7E7"/>
    <a:srgbClr val="DF2127"/>
    <a:srgbClr val="E46624"/>
    <a:srgbClr val="44546A"/>
    <a:srgbClr val="009C90"/>
    <a:srgbClr val="652F83"/>
    <a:srgbClr val="654B8F"/>
    <a:srgbClr val="E986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37" autoAdjust="0"/>
    <p:restoredTop sz="87674" autoAdjust="0"/>
  </p:normalViewPr>
  <p:slideViewPr>
    <p:cSldViewPr snapToGrid="0">
      <p:cViewPr varScale="1">
        <p:scale>
          <a:sx n="56" d="100"/>
          <a:sy n="56" d="100"/>
        </p:scale>
        <p:origin x="96" y="942"/>
      </p:cViewPr>
      <p:guideLst/>
    </p:cSldViewPr>
  </p:slideViewPr>
  <p:notesTextViewPr>
    <p:cViewPr>
      <p:scale>
        <a:sx n="1" d="1"/>
        <a:sy n="1" d="1"/>
      </p:scale>
      <p:origin x="0" y="0"/>
    </p:cViewPr>
  </p:notesTextViewPr>
  <p:notesViewPr>
    <p:cSldViewPr snapToGrid="0">
      <p:cViewPr varScale="1">
        <p:scale>
          <a:sx n="101" d="100"/>
          <a:sy n="101" d="100"/>
        </p:scale>
        <p:origin x="3552"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slide" Target="slides/slide33.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8" Type="http://schemas.openxmlformats.org/officeDocument/2006/relationships/slideMaster" Target="slideMasters/slideMaster8.xml"/><Relationship Id="rId51" Type="http://schemas.openxmlformats.org/officeDocument/2006/relationships/commentAuthors" Target="commentAuthors.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4CA36C-F225-426C-BF0C-DA0842A394A6}" type="doc">
      <dgm:prSet loTypeId="urn:microsoft.com/office/officeart/2005/8/layout/default" loCatId="list" qsTypeId="urn:microsoft.com/office/officeart/2005/8/quickstyle/simple1" qsCatId="simple" csTypeId="urn:microsoft.com/office/officeart/2005/8/colors/accent0_3" csCatId="mainScheme" phldr="1"/>
      <dgm:spPr/>
      <dgm:t>
        <a:bodyPr/>
        <a:lstStyle/>
        <a:p>
          <a:endParaRPr lang="en-US"/>
        </a:p>
      </dgm:t>
    </dgm:pt>
    <dgm:pt modelId="{12823F73-579B-4F7B-A2A1-D2F731215C3E}">
      <dgm:prSet/>
      <dgm:spPr/>
      <dgm:t>
        <a:bodyPr/>
        <a:lstStyle/>
        <a:p>
          <a:pPr rtl="0"/>
          <a:r>
            <a:rPr lang="en-US" dirty="0" smtClean="0"/>
            <a:t>One ASP.NET</a:t>
          </a:r>
          <a:endParaRPr lang="en-US" dirty="0"/>
        </a:p>
      </dgm:t>
    </dgm:pt>
    <dgm:pt modelId="{7E38CD39-C44B-4418-A975-8AE9929900CF}" type="parTrans" cxnId="{027D9274-F85F-465D-B453-C81739444B64}">
      <dgm:prSet/>
      <dgm:spPr/>
      <dgm:t>
        <a:bodyPr/>
        <a:lstStyle/>
        <a:p>
          <a:endParaRPr lang="en-US"/>
        </a:p>
      </dgm:t>
    </dgm:pt>
    <dgm:pt modelId="{E7399750-C872-4633-89D0-99D40FC84BDC}" type="sibTrans" cxnId="{027D9274-F85F-465D-B453-C81739444B64}">
      <dgm:prSet/>
      <dgm:spPr/>
      <dgm:t>
        <a:bodyPr/>
        <a:lstStyle/>
        <a:p>
          <a:endParaRPr lang="en-US"/>
        </a:p>
      </dgm:t>
    </dgm:pt>
    <dgm:pt modelId="{92D75D2D-9916-4ACA-907C-891D0F5F3282}">
      <dgm:prSet/>
      <dgm:spPr/>
      <dgm:t>
        <a:bodyPr/>
        <a:lstStyle/>
        <a:p>
          <a:pPr rtl="0"/>
          <a:r>
            <a:rPr lang="en-US" dirty="0" smtClean="0"/>
            <a:t>Bootstrap Templates</a:t>
          </a:r>
          <a:endParaRPr lang="en-US" dirty="0"/>
        </a:p>
      </dgm:t>
    </dgm:pt>
    <dgm:pt modelId="{CBCC77DE-D1F8-4A1E-8D1A-4775E35CAF11}" type="parTrans" cxnId="{C4AFEB12-6505-46EE-887A-378706A87ABC}">
      <dgm:prSet/>
      <dgm:spPr/>
      <dgm:t>
        <a:bodyPr/>
        <a:lstStyle/>
        <a:p>
          <a:endParaRPr lang="en-US"/>
        </a:p>
      </dgm:t>
    </dgm:pt>
    <dgm:pt modelId="{5A86C285-5AB8-4527-807C-7DE16545AEDB}" type="sibTrans" cxnId="{C4AFEB12-6505-46EE-887A-378706A87ABC}">
      <dgm:prSet/>
      <dgm:spPr/>
      <dgm:t>
        <a:bodyPr/>
        <a:lstStyle/>
        <a:p>
          <a:endParaRPr lang="en-US"/>
        </a:p>
      </dgm:t>
    </dgm:pt>
    <dgm:pt modelId="{0C0E4775-E2E1-403C-9234-C53BCAAC3DCC}">
      <dgm:prSet/>
      <dgm:spPr/>
      <dgm:t>
        <a:bodyPr/>
        <a:lstStyle/>
        <a:p>
          <a:pPr rtl="0"/>
          <a:r>
            <a:rPr lang="en-US" dirty="0" smtClean="0"/>
            <a:t>.NET Compiler Platform (“Roslyn”)</a:t>
          </a:r>
          <a:endParaRPr lang="en-US" dirty="0"/>
        </a:p>
      </dgm:t>
    </dgm:pt>
    <dgm:pt modelId="{6DB4F034-F6C2-4574-8D43-68C26BBD68BA}" type="parTrans" cxnId="{D3F9E96E-56FE-42B6-9171-22C38BFC0B42}">
      <dgm:prSet/>
      <dgm:spPr/>
      <dgm:t>
        <a:bodyPr/>
        <a:lstStyle/>
        <a:p>
          <a:endParaRPr lang="en-US"/>
        </a:p>
      </dgm:t>
    </dgm:pt>
    <dgm:pt modelId="{707A2AFE-385E-4652-9EFA-72B6030FAF23}" type="sibTrans" cxnId="{D3F9E96E-56FE-42B6-9171-22C38BFC0B42}">
      <dgm:prSet/>
      <dgm:spPr/>
      <dgm:t>
        <a:bodyPr/>
        <a:lstStyle/>
        <a:p>
          <a:endParaRPr lang="en-US"/>
        </a:p>
      </dgm:t>
    </dgm:pt>
    <dgm:pt modelId="{CF858343-86AF-4CB5-9E01-B6B8A8E516F3}">
      <dgm:prSet/>
      <dgm:spPr/>
      <dgm:t>
        <a:bodyPr/>
        <a:lstStyle/>
        <a:p>
          <a:pPr rtl="0"/>
          <a:r>
            <a:rPr lang="en-US" dirty="0" smtClean="0"/>
            <a:t>OWIN</a:t>
          </a:r>
          <a:endParaRPr lang="en-US" dirty="0"/>
        </a:p>
      </dgm:t>
    </dgm:pt>
    <dgm:pt modelId="{6DDC7220-7DDE-4E25-B6BA-6AD116DDC2AF}" type="parTrans" cxnId="{0EE6FEF2-3024-429A-8580-2E1FCC97FDC5}">
      <dgm:prSet/>
      <dgm:spPr/>
      <dgm:t>
        <a:bodyPr/>
        <a:lstStyle/>
        <a:p>
          <a:endParaRPr lang="en-US"/>
        </a:p>
      </dgm:t>
    </dgm:pt>
    <dgm:pt modelId="{8253D735-D9FA-4C55-9DC5-ADB30BF9B033}" type="sibTrans" cxnId="{0EE6FEF2-3024-429A-8580-2E1FCC97FDC5}">
      <dgm:prSet/>
      <dgm:spPr/>
      <dgm:t>
        <a:bodyPr/>
        <a:lstStyle/>
        <a:p>
          <a:endParaRPr lang="en-US"/>
        </a:p>
      </dgm:t>
    </dgm:pt>
    <dgm:pt modelId="{2837C4B8-066A-45FB-A93F-D20F5AAF1D33}">
      <dgm:prSet/>
      <dgm:spPr/>
      <dgm:t>
        <a:bodyPr/>
        <a:lstStyle/>
        <a:p>
          <a:r>
            <a:rPr lang="en-US" dirty="0" smtClean="0"/>
            <a:t>HTTP/2 Support</a:t>
          </a:r>
          <a:endParaRPr lang="en-US" dirty="0"/>
        </a:p>
      </dgm:t>
    </dgm:pt>
    <dgm:pt modelId="{EACCABC5-D861-4351-BA64-345B0330CF79}" type="parTrans" cxnId="{9B0BE7B3-D4D9-4582-B530-6DA2E6C99244}">
      <dgm:prSet/>
      <dgm:spPr/>
      <dgm:t>
        <a:bodyPr/>
        <a:lstStyle/>
        <a:p>
          <a:endParaRPr lang="en-US"/>
        </a:p>
      </dgm:t>
    </dgm:pt>
    <dgm:pt modelId="{F4DB4B0C-EB1D-45B3-B308-748A0EDFBBAD}" type="sibTrans" cxnId="{9B0BE7B3-D4D9-4582-B530-6DA2E6C99244}">
      <dgm:prSet/>
      <dgm:spPr/>
      <dgm:t>
        <a:bodyPr/>
        <a:lstStyle/>
        <a:p>
          <a:endParaRPr lang="en-US"/>
        </a:p>
      </dgm:t>
    </dgm:pt>
    <dgm:pt modelId="{6ACFDE93-47FE-420B-B08D-948706C974E0}">
      <dgm:prSet/>
      <dgm:spPr/>
      <dgm:t>
        <a:bodyPr/>
        <a:lstStyle/>
        <a:p>
          <a:pPr rtl="0"/>
          <a:r>
            <a:rPr lang="en-US" smtClean="0"/>
            <a:t>ASP.NET </a:t>
          </a:r>
          <a:r>
            <a:rPr lang="en-US" dirty="0" smtClean="0"/>
            <a:t>Identity</a:t>
          </a:r>
          <a:endParaRPr lang="en-US" dirty="0"/>
        </a:p>
      </dgm:t>
    </dgm:pt>
    <dgm:pt modelId="{0C50BA3A-A1B5-4EAA-9FFD-7B2B05B54E6E}" type="parTrans" cxnId="{184F05CA-961D-4E29-B6E8-ED36530DAF70}">
      <dgm:prSet/>
      <dgm:spPr/>
      <dgm:t>
        <a:bodyPr/>
        <a:lstStyle/>
        <a:p>
          <a:endParaRPr lang="en-US"/>
        </a:p>
      </dgm:t>
    </dgm:pt>
    <dgm:pt modelId="{5B1AB1DF-9B46-4014-83FD-F6DD74E8EB61}" type="sibTrans" cxnId="{184F05CA-961D-4E29-B6E8-ED36530DAF70}">
      <dgm:prSet/>
      <dgm:spPr/>
      <dgm:t>
        <a:bodyPr/>
        <a:lstStyle/>
        <a:p>
          <a:endParaRPr lang="en-US"/>
        </a:p>
      </dgm:t>
    </dgm:pt>
    <dgm:pt modelId="{FAF38047-4282-4972-98F8-2AC82467DC95}">
      <dgm:prSet/>
      <dgm:spPr/>
      <dgm:t>
        <a:bodyPr/>
        <a:lstStyle/>
        <a:p>
          <a:pPr rtl="0"/>
          <a:r>
            <a:rPr lang="en-US" dirty="0" smtClean="0"/>
            <a:t>Web Form Model Binding</a:t>
          </a:r>
          <a:endParaRPr lang="en-US" dirty="0"/>
        </a:p>
      </dgm:t>
    </dgm:pt>
    <dgm:pt modelId="{A7A2E625-7B64-446B-A5F2-20DF5D2FF516}" type="parTrans" cxnId="{9F318EED-E73A-4559-B17D-CAA65A0EA116}">
      <dgm:prSet/>
      <dgm:spPr/>
      <dgm:t>
        <a:bodyPr/>
        <a:lstStyle/>
        <a:p>
          <a:endParaRPr lang="en-US"/>
        </a:p>
      </dgm:t>
    </dgm:pt>
    <dgm:pt modelId="{A0CD96BE-3BC1-4BA1-A84A-91FAE89AA04C}" type="sibTrans" cxnId="{9F318EED-E73A-4559-B17D-CAA65A0EA116}">
      <dgm:prSet/>
      <dgm:spPr/>
      <dgm:t>
        <a:bodyPr/>
        <a:lstStyle/>
        <a:p>
          <a:endParaRPr lang="en-US"/>
        </a:p>
      </dgm:t>
    </dgm:pt>
    <dgm:pt modelId="{49ECCC12-78A3-4A51-9DED-EA98B6B9B587}" type="pres">
      <dgm:prSet presAssocID="{7B4CA36C-F225-426C-BF0C-DA0842A394A6}" presName="diagram" presStyleCnt="0">
        <dgm:presLayoutVars>
          <dgm:dir/>
          <dgm:resizeHandles val="exact"/>
        </dgm:presLayoutVars>
      </dgm:prSet>
      <dgm:spPr/>
      <dgm:t>
        <a:bodyPr/>
        <a:lstStyle/>
        <a:p>
          <a:endParaRPr lang="en-US"/>
        </a:p>
      </dgm:t>
    </dgm:pt>
    <dgm:pt modelId="{8A8156BE-27D5-4D86-A8E0-740EB0F16F71}" type="pres">
      <dgm:prSet presAssocID="{12823F73-579B-4F7B-A2A1-D2F731215C3E}" presName="node" presStyleLbl="node1" presStyleIdx="0" presStyleCnt="7">
        <dgm:presLayoutVars>
          <dgm:bulletEnabled val="1"/>
        </dgm:presLayoutVars>
      </dgm:prSet>
      <dgm:spPr/>
      <dgm:t>
        <a:bodyPr/>
        <a:lstStyle/>
        <a:p>
          <a:endParaRPr lang="en-US"/>
        </a:p>
      </dgm:t>
    </dgm:pt>
    <dgm:pt modelId="{885F06A2-19E9-4B57-8EED-84EAC4E6AAFD}" type="pres">
      <dgm:prSet presAssocID="{E7399750-C872-4633-89D0-99D40FC84BDC}" presName="sibTrans" presStyleCnt="0"/>
      <dgm:spPr/>
      <dgm:t>
        <a:bodyPr/>
        <a:lstStyle/>
        <a:p>
          <a:endParaRPr lang="en-US"/>
        </a:p>
      </dgm:t>
    </dgm:pt>
    <dgm:pt modelId="{4AB85EF7-B54C-4DE7-BD6A-97E8E236027C}" type="pres">
      <dgm:prSet presAssocID="{92D75D2D-9916-4ACA-907C-891D0F5F3282}" presName="node" presStyleLbl="node1" presStyleIdx="1" presStyleCnt="7">
        <dgm:presLayoutVars>
          <dgm:bulletEnabled val="1"/>
        </dgm:presLayoutVars>
      </dgm:prSet>
      <dgm:spPr/>
      <dgm:t>
        <a:bodyPr/>
        <a:lstStyle/>
        <a:p>
          <a:endParaRPr lang="en-US"/>
        </a:p>
      </dgm:t>
    </dgm:pt>
    <dgm:pt modelId="{3DCD1430-4AB2-4A7A-BA8F-8CDBE4FAC83C}" type="pres">
      <dgm:prSet presAssocID="{5A86C285-5AB8-4527-807C-7DE16545AEDB}" presName="sibTrans" presStyleCnt="0"/>
      <dgm:spPr/>
      <dgm:t>
        <a:bodyPr/>
        <a:lstStyle/>
        <a:p>
          <a:endParaRPr lang="en-US"/>
        </a:p>
      </dgm:t>
    </dgm:pt>
    <dgm:pt modelId="{D4461273-3391-4581-A1B5-5B403968DBA1}" type="pres">
      <dgm:prSet presAssocID="{6ACFDE93-47FE-420B-B08D-948706C974E0}" presName="node" presStyleLbl="node1" presStyleIdx="2" presStyleCnt="7">
        <dgm:presLayoutVars>
          <dgm:bulletEnabled val="1"/>
        </dgm:presLayoutVars>
      </dgm:prSet>
      <dgm:spPr/>
      <dgm:t>
        <a:bodyPr/>
        <a:lstStyle/>
        <a:p>
          <a:endParaRPr lang="en-US"/>
        </a:p>
      </dgm:t>
    </dgm:pt>
    <dgm:pt modelId="{7849EB8A-372C-42C4-8F99-CE8EA142D909}" type="pres">
      <dgm:prSet presAssocID="{5B1AB1DF-9B46-4014-83FD-F6DD74E8EB61}" presName="sibTrans" presStyleCnt="0"/>
      <dgm:spPr/>
      <dgm:t>
        <a:bodyPr/>
        <a:lstStyle/>
        <a:p>
          <a:endParaRPr lang="en-US"/>
        </a:p>
      </dgm:t>
    </dgm:pt>
    <dgm:pt modelId="{E9ACDD8F-908F-4025-A43F-17D5A14E5AA1}" type="pres">
      <dgm:prSet presAssocID="{CF858343-86AF-4CB5-9E01-B6B8A8E516F3}" presName="node" presStyleLbl="node1" presStyleIdx="3" presStyleCnt="7">
        <dgm:presLayoutVars>
          <dgm:bulletEnabled val="1"/>
        </dgm:presLayoutVars>
      </dgm:prSet>
      <dgm:spPr/>
      <dgm:t>
        <a:bodyPr/>
        <a:lstStyle/>
        <a:p>
          <a:endParaRPr lang="en-US"/>
        </a:p>
      </dgm:t>
    </dgm:pt>
    <dgm:pt modelId="{6B1A75D8-85AF-451D-B6A5-D641FA348C59}" type="pres">
      <dgm:prSet presAssocID="{8253D735-D9FA-4C55-9DC5-ADB30BF9B033}" presName="sibTrans" presStyleCnt="0"/>
      <dgm:spPr/>
      <dgm:t>
        <a:bodyPr/>
        <a:lstStyle/>
        <a:p>
          <a:endParaRPr lang="en-US"/>
        </a:p>
      </dgm:t>
    </dgm:pt>
    <dgm:pt modelId="{B4041BF4-6ACB-4E92-9C4A-2919E6A2A2EB}" type="pres">
      <dgm:prSet presAssocID="{FAF38047-4282-4972-98F8-2AC82467DC95}" presName="node" presStyleLbl="node1" presStyleIdx="4" presStyleCnt="7">
        <dgm:presLayoutVars>
          <dgm:bulletEnabled val="1"/>
        </dgm:presLayoutVars>
      </dgm:prSet>
      <dgm:spPr/>
      <dgm:t>
        <a:bodyPr/>
        <a:lstStyle/>
        <a:p>
          <a:endParaRPr lang="en-US"/>
        </a:p>
      </dgm:t>
    </dgm:pt>
    <dgm:pt modelId="{49790E2B-8A06-4A99-B564-F60325C95273}" type="pres">
      <dgm:prSet presAssocID="{A0CD96BE-3BC1-4BA1-A84A-91FAE89AA04C}" presName="sibTrans" presStyleCnt="0"/>
      <dgm:spPr/>
      <dgm:t>
        <a:bodyPr/>
        <a:lstStyle/>
        <a:p>
          <a:endParaRPr lang="en-US"/>
        </a:p>
      </dgm:t>
    </dgm:pt>
    <dgm:pt modelId="{F1E521EB-3B28-483F-8FE5-3FD1A67F1E0D}" type="pres">
      <dgm:prSet presAssocID="{2837C4B8-066A-45FB-A93F-D20F5AAF1D33}" presName="node" presStyleLbl="node1" presStyleIdx="5" presStyleCnt="7">
        <dgm:presLayoutVars>
          <dgm:bulletEnabled val="1"/>
        </dgm:presLayoutVars>
      </dgm:prSet>
      <dgm:spPr/>
      <dgm:t>
        <a:bodyPr/>
        <a:lstStyle/>
        <a:p>
          <a:endParaRPr lang="en-US"/>
        </a:p>
      </dgm:t>
    </dgm:pt>
    <dgm:pt modelId="{AA5B333A-33C6-40D7-BE99-F5B4FCC85DA7}" type="pres">
      <dgm:prSet presAssocID="{F4DB4B0C-EB1D-45B3-B308-748A0EDFBBAD}" presName="sibTrans" presStyleCnt="0"/>
      <dgm:spPr/>
      <dgm:t>
        <a:bodyPr/>
        <a:lstStyle/>
        <a:p>
          <a:endParaRPr lang="en-US"/>
        </a:p>
      </dgm:t>
    </dgm:pt>
    <dgm:pt modelId="{3DAD6395-C3EE-4503-9123-A166939569E3}" type="pres">
      <dgm:prSet presAssocID="{0C0E4775-E2E1-403C-9234-C53BCAAC3DCC}" presName="node" presStyleLbl="node1" presStyleIdx="6" presStyleCnt="7">
        <dgm:presLayoutVars>
          <dgm:bulletEnabled val="1"/>
        </dgm:presLayoutVars>
      </dgm:prSet>
      <dgm:spPr/>
      <dgm:t>
        <a:bodyPr/>
        <a:lstStyle/>
        <a:p>
          <a:endParaRPr lang="en-US"/>
        </a:p>
      </dgm:t>
    </dgm:pt>
  </dgm:ptLst>
  <dgm:cxnLst>
    <dgm:cxn modelId="{027D9274-F85F-465D-B453-C81739444B64}" srcId="{7B4CA36C-F225-426C-BF0C-DA0842A394A6}" destId="{12823F73-579B-4F7B-A2A1-D2F731215C3E}" srcOrd="0" destOrd="0" parTransId="{7E38CD39-C44B-4418-A975-8AE9929900CF}" sibTransId="{E7399750-C872-4633-89D0-99D40FC84BDC}"/>
    <dgm:cxn modelId="{7596A26D-6CE4-4A94-9ACD-6719047C938A}" type="presOf" srcId="{FAF38047-4282-4972-98F8-2AC82467DC95}" destId="{B4041BF4-6ACB-4E92-9C4A-2919E6A2A2EB}" srcOrd="0" destOrd="0" presId="urn:microsoft.com/office/officeart/2005/8/layout/default"/>
    <dgm:cxn modelId="{335A5A1A-F741-407D-825E-352A7AD18609}" type="presOf" srcId="{6ACFDE93-47FE-420B-B08D-948706C974E0}" destId="{D4461273-3391-4581-A1B5-5B403968DBA1}" srcOrd="0" destOrd="0" presId="urn:microsoft.com/office/officeart/2005/8/layout/default"/>
    <dgm:cxn modelId="{D92AB589-B2D1-41B9-9234-78A3DA619D5F}" type="presOf" srcId="{2837C4B8-066A-45FB-A93F-D20F5AAF1D33}" destId="{F1E521EB-3B28-483F-8FE5-3FD1A67F1E0D}" srcOrd="0" destOrd="0" presId="urn:microsoft.com/office/officeart/2005/8/layout/default"/>
    <dgm:cxn modelId="{C4AFEB12-6505-46EE-887A-378706A87ABC}" srcId="{7B4CA36C-F225-426C-BF0C-DA0842A394A6}" destId="{92D75D2D-9916-4ACA-907C-891D0F5F3282}" srcOrd="1" destOrd="0" parTransId="{CBCC77DE-D1F8-4A1E-8D1A-4775E35CAF11}" sibTransId="{5A86C285-5AB8-4527-807C-7DE16545AEDB}"/>
    <dgm:cxn modelId="{184F05CA-961D-4E29-B6E8-ED36530DAF70}" srcId="{7B4CA36C-F225-426C-BF0C-DA0842A394A6}" destId="{6ACFDE93-47FE-420B-B08D-948706C974E0}" srcOrd="2" destOrd="0" parTransId="{0C50BA3A-A1B5-4EAA-9FFD-7B2B05B54E6E}" sibTransId="{5B1AB1DF-9B46-4014-83FD-F6DD74E8EB61}"/>
    <dgm:cxn modelId="{F2A484B8-0F01-486E-87FE-25071927481E}" type="presOf" srcId="{CF858343-86AF-4CB5-9E01-B6B8A8E516F3}" destId="{E9ACDD8F-908F-4025-A43F-17D5A14E5AA1}" srcOrd="0" destOrd="0" presId="urn:microsoft.com/office/officeart/2005/8/layout/default"/>
    <dgm:cxn modelId="{0EE6FEF2-3024-429A-8580-2E1FCC97FDC5}" srcId="{7B4CA36C-F225-426C-BF0C-DA0842A394A6}" destId="{CF858343-86AF-4CB5-9E01-B6B8A8E516F3}" srcOrd="3" destOrd="0" parTransId="{6DDC7220-7DDE-4E25-B6BA-6AD116DDC2AF}" sibTransId="{8253D735-D9FA-4C55-9DC5-ADB30BF9B033}"/>
    <dgm:cxn modelId="{9B0BE7B3-D4D9-4582-B530-6DA2E6C99244}" srcId="{7B4CA36C-F225-426C-BF0C-DA0842A394A6}" destId="{2837C4B8-066A-45FB-A93F-D20F5AAF1D33}" srcOrd="5" destOrd="0" parTransId="{EACCABC5-D861-4351-BA64-345B0330CF79}" sibTransId="{F4DB4B0C-EB1D-45B3-B308-748A0EDFBBAD}"/>
    <dgm:cxn modelId="{D3F9E96E-56FE-42B6-9171-22C38BFC0B42}" srcId="{7B4CA36C-F225-426C-BF0C-DA0842A394A6}" destId="{0C0E4775-E2E1-403C-9234-C53BCAAC3DCC}" srcOrd="6" destOrd="0" parTransId="{6DB4F034-F6C2-4574-8D43-68C26BBD68BA}" sibTransId="{707A2AFE-385E-4652-9EFA-72B6030FAF23}"/>
    <dgm:cxn modelId="{87010350-E298-4631-8119-13962666E0F5}" type="presOf" srcId="{0C0E4775-E2E1-403C-9234-C53BCAAC3DCC}" destId="{3DAD6395-C3EE-4503-9123-A166939569E3}" srcOrd="0" destOrd="0" presId="urn:microsoft.com/office/officeart/2005/8/layout/default"/>
    <dgm:cxn modelId="{2BC5AEEF-DA0C-412C-A26A-64147432B43C}" type="presOf" srcId="{7B4CA36C-F225-426C-BF0C-DA0842A394A6}" destId="{49ECCC12-78A3-4A51-9DED-EA98B6B9B587}" srcOrd="0" destOrd="0" presId="urn:microsoft.com/office/officeart/2005/8/layout/default"/>
    <dgm:cxn modelId="{CE4A1C6E-3212-4FD0-87AE-9F1BB3F2A9E2}" type="presOf" srcId="{92D75D2D-9916-4ACA-907C-891D0F5F3282}" destId="{4AB85EF7-B54C-4DE7-BD6A-97E8E236027C}" srcOrd="0" destOrd="0" presId="urn:microsoft.com/office/officeart/2005/8/layout/default"/>
    <dgm:cxn modelId="{E16138E3-12D6-49E3-BAB1-BC15E8C5ACE2}" type="presOf" srcId="{12823F73-579B-4F7B-A2A1-D2F731215C3E}" destId="{8A8156BE-27D5-4D86-A8E0-740EB0F16F71}" srcOrd="0" destOrd="0" presId="urn:microsoft.com/office/officeart/2005/8/layout/default"/>
    <dgm:cxn modelId="{9F318EED-E73A-4559-B17D-CAA65A0EA116}" srcId="{7B4CA36C-F225-426C-BF0C-DA0842A394A6}" destId="{FAF38047-4282-4972-98F8-2AC82467DC95}" srcOrd="4" destOrd="0" parTransId="{A7A2E625-7B64-446B-A5F2-20DF5D2FF516}" sibTransId="{A0CD96BE-3BC1-4BA1-A84A-91FAE89AA04C}"/>
    <dgm:cxn modelId="{2708EC51-7A90-4B78-8A01-965593017328}" type="presParOf" srcId="{49ECCC12-78A3-4A51-9DED-EA98B6B9B587}" destId="{8A8156BE-27D5-4D86-A8E0-740EB0F16F71}" srcOrd="0" destOrd="0" presId="urn:microsoft.com/office/officeart/2005/8/layout/default"/>
    <dgm:cxn modelId="{FBB7DDCB-E1C0-43EB-AC3B-40A003A4E267}" type="presParOf" srcId="{49ECCC12-78A3-4A51-9DED-EA98B6B9B587}" destId="{885F06A2-19E9-4B57-8EED-84EAC4E6AAFD}" srcOrd="1" destOrd="0" presId="urn:microsoft.com/office/officeart/2005/8/layout/default"/>
    <dgm:cxn modelId="{4CE34C06-E0C0-4E65-81DC-ACBFA863D3C8}" type="presParOf" srcId="{49ECCC12-78A3-4A51-9DED-EA98B6B9B587}" destId="{4AB85EF7-B54C-4DE7-BD6A-97E8E236027C}" srcOrd="2" destOrd="0" presId="urn:microsoft.com/office/officeart/2005/8/layout/default"/>
    <dgm:cxn modelId="{B5DEBAF5-38EA-41D1-871E-B86F77670F45}" type="presParOf" srcId="{49ECCC12-78A3-4A51-9DED-EA98B6B9B587}" destId="{3DCD1430-4AB2-4A7A-BA8F-8CDBE4FAC83C}" srcOrd="3" destOrd="0" presId="urn:microsoft.com/office/officeart/2005/8/layout/default"/>
    <dgm:cxn modelId="{A656B668-0914-4D0B-BCA8-F21F7AAC5FF7}" type="presParOf" srcId="{49ECCC12-78A3-4A51-9DED-EA98B6B9B587}" destId="{D4461273-3391-4581-A1B5-5B403968DBA1}" srcOrd="4" destOrd="0" presId="urn:microsoft.com/office/officeart/2005/8/layout/default"/>
    <dgm:cxn modelId="{93F7A6D8-5895-463D-A5CA-B7B40514E8C6}" type="presParOf" srcId="{49ECCC12-78A3-4A51-9DED-EA98B6B9B587}" destId="{7849EB8A-372C-42C4-8F99-CE8EA142D909}" srcOrd="5" destOrd="0" presId="urn:microsoft.com/office/officeart/2005/8/layout/default"/>
    <dgm:cxn modelId="{A02D3D9D-D97E-45BB-93C8-F7642DB7F73C}" type="presParOf" srcId="{49ECCC12-78A3-4A51-9DED-EA98B6B9B587}" destId="{E9ACDD8F-908F-4025-A43F-17D5A14E5AA1}" srcOrd="6" destOrd="0" presId="urn:microsoft.com/office/officeart/2005/8/layout/default"/>
    <dgm:cxn modelId="{9367D3B3-899D-4651-96DB-01296E1F71B0}" type="presParOf" srcId="{49ECCC12-78A3-4A51-9DED-EA98B6B9B587}" destId="{6B1A75D8-85AF-451D-B6A5-D641FA348C59}" srcOrd="7" destOrd="0" presId="urn:microsoft.com/office/officeart/2005/8/layout/default"/>
    <dgm:cxn modelId="{AC4263B1-7D53-4042-87CB-406F7399987F}" type="presParOf" srcId="{49ECCC12-78A3-4A51-9DED-EA98B6B9B587}" destId="{B4041BF4-6ACB-4E92-9C4A-2919E6A2A2EB}" srcOrd="8" destOrd="0" presId="urn:microsoft.com/office/officeart/2005/8/layout/default"/>
    <dgm:cxn modelId="{C93DB240-7110-4CAC-AC69-3F9C32306C5A}" type="presParOf" srcId="{49ECCC12-78A3-4A51-9DED-EA98B6B9B587}" destId="{49790E2B-8A06-4A99-B564-F60325C95273}" srcOrd="9" destOrd="0" presId="urn:microsoft.com/office/officeart/2005/8/layout/default"/>
    <dgm:cxn modelId="{C45DE153-8582-4945-8725-6006B3096264}" type="presParOf" srcId="{49ECCC12-78A3-4A51-9DED-EA98B6B9B587}" destId="{F1E521EB-3B28-483F-8FE5-3FD1A67F1E0D}" srcOrd="10" destOrd="0" presId="urn:microsoft.com/office/officeart/2005/8/layout/default"/>
    <dgm:cxn modelId="{F3FADE6C-92C0-46B7-940D-B2B3BCF13D1F}" type="presParOf" srcId="{49ECCC12-78A3-4A51-9DED-EA98B6B9B587}" destId="{AA5B333A-33C6-40D7-BE99-F5B4FCC85DA7}" srcOrd="11" destOrd="0" presId="urn:microsoft.com/office/officeart/2005/8/layout/default"/>
    <dgm:cxn modelId="{CD8EB542-C867-48FE-BEED-E3B82B996918}" type="presParOf" srcId="{49ECCC12-78A3-4A51-9DED-EA98B6B9B587}" destId="{3DAD6395-C3EE-4503-9123-A166939569E3}"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5F22AB5-894D-47CF-B1C7-758E6D9608FB}" type="doc">
      <dgm:prSet loTypeId="urn:microsoft.com/office/officeart/2005/8/layout/default" loCatId="list" qsTypeId="urn:microsoft.com/office/officeart/2005/8/quickstyle/simple1" qsCatId="simple" csTypeId="urn:microsoft.com/office/officeart/2005/8/colors/accent0_3" csCatId="mainScheme"/>
      <dgm:spPr/>
      <dgm:t>
        <a:bodyPr/>
        <a:lstStyle/>
        <a:p>
          <a:endParaRPr lang="en-US"/>
        </a:p>
      </dgm:t>
    </dgm:pt>
    <dgm:pt modelId="{F08C1FDB-1D6F-468C-8278-6C894F7714F1}">
      <dgm:prSet/>
      <dgm:spPr/>
      <dgm:t>
        <a:bodyPr/>
        <a:lstStyle/>
        <a:p>
          <a:pPr rtl="0"/>
          <a:r>
            <a:rPr lang="en-US" smtClean="0"/>
            <a:t>Binary transmission instead of text</a:t>
          </a:r>
          <a:endParaRPr lang="en-US"/>
        </a:p>
      </dgm:t>
    </dgm:pt>
    <dgm:pt modelId="{0A62B90D-A4A1-4FF9-9FEA-5985C64FE905}" type="parTrans" cxnId="{705E78F5-1424-4DA8-B0FD-B9640BB44A5C}">
      <dgm:prSet/>
      <dgm:spPr/>
      <dgm:t>
        <a:bodyPr/>
        <a:lstStyle/>
        <a:p>
          <a:endParaRPr lang="en-US"/>
        </a:p>
      </dgm:t>
    </dgm:pt>
    <dgm:pt modelId="{FFA7D509-8893-4015-8D78-1722CBFCA483}" type="sibTrans" cxnId="{705E78F5-1424-4DA8-B0FD-B9640BB44A5C}">
      <dgm:prSet/>
      <dgm:spPr/>
      <dgm:t>
        <a:bodyPr/>
        <a:lstStyle/>
        <a:p>
          <a:endParaRPr lang="en-US"/>
        </a:p>
      </dgm:t>
    </dgm:pt>
    <dgm:pt modelId="{E58E0B8C-915E-46EB-9F15-4C8F4F5C48F1}">
      <dgm:prSet/>
      <dgm:spPr/>
      <dgm:t>
        <a:bodyPr/>
        <a:lstStyle/>
        <a:p>
          <a:pPr rtl="0"/>
          <a:r>
            <a:rPr lang="en-US" smtClean="0"/>
            <a:t>Fully multiplexed instead of ordered and blocking</a:t>
          </a:r>
          <a:endParaRPr lang="en-US"/>
        </a:p>
      </dgm:t>
    </dgm:pt>
    <dgm:pt modelId="{6268CF7F-3BF6-48E7-B0C4-D0835EF93B43}" type="parTrans" cxnId="{AE58818C-08E4-41E9-9C32-1DC17A438A1B}">
      <dgm:prSet/>
      <dgm:spPr/>
      <dgm:t>
        <a:bodyPr/>
        <a:lstStyle/>
        <a:p>
          <a:endParaRPr lang="en-US"/>
        </a:p>
      </dgm:t>
    </dgm:pt>
    <dgm:pt modelId="{7672E99E-277D-4033-8FAB-33B6A39CDDC5}" type="sibTrans" cxnId="{AE58818C-08E4-41E9-9C32-1DC17A438A1B}">
      <dgm:prSet/>
      <dgm:spPr/>
      <dgm:t>
        <a:bodyPr/>
        <a:lstStyle/>
        <a:p>
          <a:endParaRPr lang="en-US"/>
        </a:p>
      </dgm:t>
    </dgm:pt>
    <dgm:pt modelId="{5692DB0A-F143-4FBF-B2EE-8EF2F824A3AD}">
      <dgm:prSet/>
      <dgm:spPr/>
      <dgm:t>
        <a:bodyPr/>
        <a:lstStyle/>
        <a:p>
          <a:pPr rtl="0"/>
          <a:r>
            <a:rPr lang="en-US" smtClean="0"/>
            <a:t>One connection to the server - parallel loading of resources</a:t>
          </a:r>
          <a:endParaRPr lang="en-US"/>
        </a:p>
      </dgm:t>
    </dgm:pt>
    <dgm:pt modelId="{2D81143D-878C-4A3C-A23A-EFF267F2DF1F}" type="parTrans" cxnId="{19E0DED0-106E-4346-A01E-72E1090673C4}">
      <dgm:prSet/>
      <dgm:spPr/>
      <dgm:t>
        <a:bodyPr/>
        <a:lstStyle/>
        <a:p>
          <a:endParaRPr lang="en-US"/>
        </a:p>
      </dgm:t>
    </dgm:pt>
    <dgm:pt modelId="{7B597AB2-E103-49A5-A6AA-EB3F4000DB01}" type="sibTrans" cxnId="{19E0DED0-106E-4346-A01E-72E1090673C4}">
      <dgm:prSet/>
      <dgm:spPr/>
      <dgm:t>
        <a:bodyPr/>
        <a:lstStyle/>
        <a:p>
          <a:endParaRPr lang="en-US"/>
        </a:p>
      </dgm:t>
    </dgm:pt>
    <dgm:pt modelId="{0F577BD3-3A22-4D04-B987-C612733B8214}">
      <dgm:prSet/>
      <dgm:spPr/>
      <dgm:t>
        <a:bodyPr/>
        <a:lstStyle/>
        <a:p>
          <a:pPr rtl="0"/>
          <a:r>
            <a:rPr lang="en-US" smtClean="0"/>
            <a:t>Header compression is now used to reduce overhead</a:t>
          </a:r>
          <a:endParaRPr lang="en-US"/>
        </a:p>
      </dgm:t>
    </dgm:pt>
    <dgm:pt modelId="{4FE39379-DBF6-4FDB-89A0-76144F161F7C}" type="parTrans" cxnId="{F22214C7-D314-422B-8C40-EE0E26419B6C}">
      <dgm:prSet/>
      <dgm:spPr/>
      <dgm:t>
        <a:bodyPr/>
        <a:lstStyle/>
        <a:p>
          <a:endParaRPr lang="en-US"/>
        </a:p>
      </dgm:t>
    </dgm:pt>
    <dgm:pt modelId="{B606CDCF-482F-4316-958B-5F49648A5224}" type="sibTrans" cxnId="{F22214C7-D314-422B-8C40-EE0E26419B6C}">
      <dgm:prSet/>
      <dgm:spPr/>
      <dgm:t>
        <a:bodyPr/>
        <a:lstStyle/>
        <a:p>
          <a:endParaRPr lang="en-US"/>
        </a:p>
      </dgm:t>
    </dgm:pt>
    <dgm:pt modelId="{28878F6E-83CE-4AD1-A14A-F421657B3DA7}">
      <dgm:prSet/>
      <dgm:spPr/>
      <dgm:t>
        <a:bodyPr/>
        <a:lstStyle/>
        <a:p>
          <a:pPr rtl="0"/>
          <a:r>
            <a:rPr lang="en-US" smtClean="0"/>
            <a:t>Servers can now “push” responses proactively into client caches</a:t>
          </a:r>
          <a:endParaRPr lang="en-US"/>
        </a:p>
      </dgm:t>
    </dgm:pt>
    <dgm:pt modelId="{522EE50D-5E2C-497D-8766-AB76979B4FA6}" type="parTrans" cxnId="{19CF1C5C-4883-4AF3-8F4E-67EAF72A28D5}">
      <dgm:prSet/>
      <dgm:spPr/>
      <dgm:t>
        <a:bodyPr/>
        <a:lstStyle/>
        <a:p>
          <a:endParaRPr lang="en-US"/>
        </a:p>
      </dgm:t>
    </dgm:pt>
    <dgm:pt modelId="{C655458B-19DB-4162-86C5-FD4B95DA956E}" type="sibTrans" cxnId="{19CF1C5C-4883-4AF3-8F4E-67EAF72A28D5}">
      <dgm:prSet/>
      <dgm:spPr/>
      <dgm:t>
        <a:bodyPr/>
        <a:lstStyle/>
        <a:p>
          <a:endParaRPr lang="en-US"/>
        </a:p>
      </dgm:t>
    </dgm:pt>
    <dgm:pt modelId="{86F0A44F-BD0B-4289-B379-35FCBCC1E111}" type="pres">
      <dgm:prSet presAssocID="{25F22AB5-894D-47CF-B1C7-758E6D9608FB}" presName="diagram" presStyleCnt="0">
        <dgm:presLayoutVars>
          <dgm:dir/>
          <dgm:resizeHandles val="exact"/>
        </dgm:presLayoutVars>
      </dgm:prSet>
      <dgm:spPr/>
      <dgm:t>
        <a:bodyPr/>
        <a:lstStyle/>
        <a:p>
          <a:endParaRPr lang="en-US"/>
        </a:p>
      </dgm:t>
    </dgm:pt>
    <dgm:pt modelId="{AA06BC79-A6EA-4D9A-8C1D-6F82D5DCFD10}" type="pres">
      <dgm:prSet presAssocID="{F08C1FDB-1D6F-468C-8278-6C894F7714F1}" presName="node" presStyleLbl="node1" presStyleIdx="0" presStyleCnt="5">
        <dgm:presLayoutVars>
          <dgm:bulletEnabled val="1"/>
        </dgm:presLayoutVars>
      </dgm:prSet>
      <dgm:spPr/>
      <dgm:t>
        <a:bodyPr/>
        <a:lstStyle/>
        <a:p>
          <a:endParaRPr lang="en-US"/>
        </a:p>
      </dgm:t>
    </dgm:pt>
    <dgm:pt modelId="{64E0509E-0AE7-4655-9542-65E1239F939D}" type="pres">
      <dgm:prSet presAssocID="{FFA7D509-8893-4015-8D78-1722CBFCA483}" presName="sibTrans" presStyleCnt="0"/>
      <dgm:spPr/>
    </dgm:pt>
    <dgm:pt modelId="{B1BF1409-D64B-418B-AAEB-E7EF4634CEAE}" type="pres">
      <dgm:prSet presAssocID="{E58E0B8C-915E-46EB-9F15-4C8F4F5C48F1}" presName="node" presStyleLbl="node1" presStyleIdx="1" presStyleCnt="5">
        <dgm:presLayoutVars>
          <dgm:bulletEnabled val="1"/>
        </dgm:presLayoutVars>
      </dgm:prSet>
      <dgm:spPr/>
      <dgm:t>
        <a:bodyPr/>
        <a:lstStyle/>
        <a:p>
          <a:endParaRPr lang="en-US"/>
        </a:p>
      </dgm:t>
    </dgm:pt>
    <dgm:pt modelId="{2216F9D8-7722-4866-9771-CF5DEB529E32}" type="pres">
      <dgm:prSet presAssocID="{7672E99E-277D-4033-8FAB-33B6A39CDDC5}" presName="sibTrans" presStyleCnt="0"/>
      <dgm:spPr/>
    </dgm:pt>
    <dgm:pt modelId="{693423DD-A0D4-464E-9AFB-64FE08660772}" type="pres">
      <dgm:prSet presAssocID="{5692DB0A-F143-4FBF-B2EE-8EF2F824A3AD}" presName="node" presStyleLbl="node1" presStyleIdx="2" presStyleCnt="5">
        <dgm:presLayoutVars>
          <dgm:bulletEnabled val="1"/>
        </dgm:presLayoutVars>
      </dgm:prSet>
      <dgm:spPr/>
      <dgm:t>
        <a:bodyPr/>
        <a:lstStyle/>
        <a:p>
          <a:endParaRPr lang="en-US"/>
        </a:p>
      </dgm:t>
    </dgm:pt>
    <dgm:pt modelId="{38C84035-429B-4D3C-84AF-FABBBBCFC767}" type="pres">
      <dgm:prSet presAssocID="{7B597AB2-E103-49A5-A6AA-EB3F4000DB01}" presName="sibTrans" presStyleCnt="0"/>
      <dgm:spPr/>
    </dgm:pt>
    <dgm:pt modelId="{5D6E0042-22BB-415F-B017-968AB9F732D6}" type="pres">
      <dgm:prSet presAssocID="{0F577BD3-3A22-4D04-B987-C612733B8214}" presName="node" presStyleLbl="node1" presStyleIdx="3" presStyleCnt="5">
        <dgm:presLayoutVars>
          <dgm:bulletEnabled val="1"/>
        </dgm:presLayoutVars>
      </dgm:prSet>
      <dgm:spPr/>
      <dgm:t>
        <a:bodyPr/>
        <a:lstStyle/>
        <a:p>
          <a:endParaRPr lang="en-US"/>
        </a:p>
      </dgm:t>
    </dgm:pt>
    <dgm:pt modelId="{F55CB728-30FA-49C3-AB5F-88A5C9C5A76B}" type="pres">
      <dgm:prSet presAssocID="{B606CDCF-482F-4316-958B-5F49648A5224}" presName="sibTrans" presStyleCnt="0"/>
      <dgm:spPr/>
    </dgm:pt>
    <dgm:pt modelId="{B579F445-7D35-4FB5-A3CC-787C377D55C9}" type="pres">
      <dgm:prSet presAssocID="{28878F6E-83CE-4AD1-A14A-F421657B3DA7}" presName="node" presStyleLbl="node1" presStyleIdx="4" presStyleCnt="5">
        <dgm:presLayoutVars>
          <dgm:bulletEnabled val="1"/>
        </dgm:presLayoutVars>
      </dgm:prSet>
      <dgm:spPr/>
      <dgm:t>
        <a:bodyPr/>
        <a:lstStyle/>
        <a:p>
          <a:endParaRPr lang="en-US"/>
        </a:p>
      </dgm:t>
    </dgm:pt>
  </dgm:ptLst>
  <dgm:cxnLst>
    <dgm:cxn modelId="{705E78F5-1424-4DA8-B0FD-B9640BB44A5C}" srcId="{25F22AB5-894D-47CF-B1C7-758E6D9608FB}" destId="{F08C1FDB-1D6F-468C-8278-6C894F7714F1}" srcOrd="0" destOrd="0" parTransId="{0A62B90D-A4A1-4FF9-9FEA-5985C64FE905}" sibTransId="{FFA7D509-8893-4015-8D78-1722CBFCA483}"/>
    <dgm:cxn modelId="{19CF1C5C-4883-4AF3-8F4E-67EAF72A28D5}" srcId="{25F22AB5-894D-47CF-B1C7-758E6D9608FB}" destId="{28878F6E-83CE-4AD1-A14A-F421657B3DA7}" srcOrd="4" destOrd="0" parTransId="{522EE50D-5E2C-497D-8766-AB76979B4FA6}" sibTransId="{C655458B-19DB-4162-86C5-FD4B95DA956E}"/>
    <dgm:cxn modelId="{19E0DED0-106E-4346-A01E-72E1090673C4}" srcId="{25F22AB5-894D-47CF-B1C7-758E6D9608FB}" destId="{5692DB0A-F143-4FBF-B2EE-8EF2F824A3AD}" srcOrd="2" destOrd="0" parTransId="{2D81143D-878C-4A3C-A23A-EFF267F2DF1F}" sibTransId="{7B597AB2-E103-49A5-A6AA-EB3F4000DB01}"/>
    <dgm:cxn modelId="{1838179C-A4EA-4D5F-875F-8A4009E97616}" type="presOf" srcId="{28878F6E-83CE-4AD1-A14A-F421657B3DA7}" destId="{B579F445-7D35-4FB5-A3CC-787C377D55C9}" srcOrd="0" destOrd="0" presId="urn:microsoft.com/office/officeart/2005/8/layout/default"/>
    <dgm:cxn modelId="{4D836805-287E-45C5-BE0C-066606D951BB}" type="presOf" srcId="{E58E0B8C-915E-46EB-9F15-4C8F4F5C48F1}" destId="{B1BF1409-D64B-418B-AAEB-E7EF4634CEAE}" srcOrd="0" destOrd="0" presId="urn:microsoft.com/office/officeart/2005/8/layout/default"/>
    <dgm:cxn modelId="{1062100F-9624-42C6-AD7D-B304BF8F4BCF}" type="presOf" srcId="{5692DB0A-F143-4FBF-B2EE-8EF2F824A3AD}" destId="{693423DD-A0D4-464E-9AFB-64FE08660772}" srcOrd="0" destOrd="0" presId="urn:microsoft.com/office/officeart/2005/8/layout/default"/>
    <dgm:cxn modelId="{AE58818C-08E4-41E9-9C32-1DC17A438A1B}" srcId="{25F22AB5-894D-47CF-B1C7-758E6D9608FB}" destId="{E58E0B8C-915E-46EB-9F15-4C8F4F5C48F1}" srcOrd="1" destOrd="0" parTransId="{6268CF7F-3BF6-48E7-B0C4-D0835EF93B43}" sibTransId="{7672E99E-277D-4033-8FAB-33B6A39CDDC5}"/>
    <dgm:cxn modelId="{A7558B5A-3A7C-4743-B888-74D4F427B0FD}" type="presOf" srcId="{25F22AB5-894D-47CF-B1C7-758E6D9608FB}" destId="{86F0A44F-BD0B-4289-B379-35FCBCC1E111}" srcOrd="0" destOrd="0" presId="urn:microsoft.com/office/officeart/2005/8/layout/default"/>
    <dgm:cxn modelId="{F22214C7-D314-422B-8C40-EE0E26419B6C}" srcId="{25F22AB5-894D-47CF-B1C7-758E6D9608FB}" destId="{0F577BD3-3A22-4D04-B987-C612733B8214}" srcOrd="3" destOrd="0" parTransId="{4FE39379-DBF6-4FDB-89A0-76144F161F7C}" sibTransId="{B606CDCF-482F-4316-958B-5F49648A5224}"/>
    <dgm:cxn modelId="{EF3DB6C3-BCF5-4FAC-96DE-197F826ECB05}" type="presOf" srcId="{F08C1FDB-1D6F-468C-8278-6C894F7714F1}" destId="{AA06BC79-A6EA-4D9A-8C1D-6F82D5DCFD10}" srcOrd="0" destOrd="0" presId="urn:microsoft.com/office/officeart/2005/8/layout/default"/>
    <dgm:cxn modelId="{031D76EB-5CAC-4DAA-A1F7-9106D3DA392B}" type="presOf" srcId="{0F577BD3-3A22-4D04-B987-C612733B8214}" destId="{5D6E0042-22BB-415F-B017-968AB9F732D6}" srcOrd="0" destOrd="0" presId="urn:microsoft.com/office/officeart/2005/8/layout/default"/>
    <dgm:cxn modelId="{5544058A-36C1-4C14-88A4-938D416587CA}" type="presParOf" srcId="{86F0A44F-BD0B-4289-B379-35FCBCC1E111}" destId="{AA06BC79-A6EA-4D9A-8C1D-6F82D5DCFD10}" srcOrd="0" destOrd="0" presId="urn:microsoft.com/office/officeart/2005/8/layout/default"/>
    <dgm:cxn modelId="{67010755-CB15-49BB-93B0-45D89CAB3D2B}" type="presParOf" srcId="{86F0A44F-BD0B-4289-B379-35FCBCC1E111}" destId="{64E0509E-0AE7-4655-9542-65E1239F939D}" srcOrd="1" destOrd="0" presId="urn:microsoft.com/office/officeart/2005/8/layout/default"/>
    <dgm:cxn modelId="{2B6AFE60-4638-4ED5-BE2F-F1C57825C515}" type="presParOf" srcId="{86F0A44F-BD0B-4289-B379-35FCBCC1E111}" destId="{B1BF1409-D64B-418B-AAEB-E7EF4634CEAE}" srcOrd="2" destOrd="0" presId="urn:microsoft.com/office/officeart/2005/8/layout/default"/>
    <dgm:cxn modelId="{0982B152-ECDA-47C6-8AAE-FDA77E3AE1B5}" type="presParOf" srcId="{86F0A44F-BD0B-4289-B379-35FCBCC1E111}" destId="{2216F9D8-7722-4866-9771-CF5DEB529E32}" srcOrd="3" destOrd="0" presId="urn:microsoft.com/office/officeart/2005/8/layout/default"/>
    <dgm:cxn modelId="{BCAFC0BA-48A2-4E97-9BDF-8A42F0B1F16F}" type="presParOf" srcId="{86F0A44F-BD0B-4289-B379-35FCBCC1E111}" destId="{693423DD-A0D4-464E-9AFB-64FE08660772}" srcOrd="4" destOrd="0" presId="urn:microsoft.com/office/officeart/2005/8/layout/default"/>
    <dgm:cxn modelId="{834F41B3-56B5-4745-800C-A6E673904D58}" type="presParOf" srcId="{86F0A44F-BD0B-4289-B379-35FCBCC1E111}" destId="{38C84035-429B-4D3C-84AF-FABBBBCFC767}" srcOrd="5" destOrd="0" presId="urn:microsoft.com/office/officeart/2005/8/layout/default"/>
    <dgm:cxn modelId="{08D0A920-8323-43B0-B34D-17F95C30E5BB}" type="presParOf" srcId="{86F0A44F-BD0B-4289-B379-35FCBCC1E111}" destId="{5D6E0042-22BB-415F-B017-968AB9F732D6}" srcOrd="6" destOrd="0" presId="urn:microsoft.com/office/officeart/2005/8/layout/default"/>
    <dgm:cxn modelId="{65837AD7-5D76-4220-8FFB-545E93F1E7FA}" type="presParOf" srcId="{86F0A44F-BD0B-4289-B379-35FCBCC1E111}" destId="{F55CB728-30FA-49C3-AB5F-88A5C9C5A76B}" srcOrd="7" destOrd="0" presId="urn:microsoft.com/office/officeart/2005/8/layout/default"/>
    <dgm:cxn modelId="{B8387633-8F3E-4D70-A522-5C7A6B392FD2}" type="presParOf" srcId="{86F0A44F-BD0B-4289-B379-35FCBCC1E111}" destId="{B579F445-7D35-4FB5-A3CC-787C377D55C9}"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B4CA36C-F225-426C-BF0C-DA0842A394A6}" type="doc">
      <dgm:prSet loTypeId="urn:microsoft.com/office/officeart/2005/8/layout/default" loCatId="list" qsTypeId="urn:microsoft.com/office/officeart/2005/8/quickstyle/simple1" qsCatId="simple" csTypeId="urn:microsoft.com/office/officeart/2005/8/colors/accent0_3" csCatId="mainScheme" phldr="1"/>
      <dgm:spPr/>
      <dgm:t>
        <a:bodyPr/>
        <a:lstStyle/>
        <a:p>
          <a:endParaRPr lang="en-US"/>
        </a:p>
      </dgm:t>
    </dgm:pt>
    <dgm:pt modelId="{0C0E4775-E2E1-403C-9234-C53BCAAC3DCC}">
      <dgm:prSet/>
      <dgm:spPr/>
      <dgm:t>
        <a:bodyPr/>
        <a:lstStyle/>
        <a:p>
          <a:pPr rtl="0"/>
          <a:r>
            <a:rPr lang="en-US" dirty="0" smtClean="0"/>
            <a:t>NPM Integration</a:t>
          </a:r>
          <a:endParaRPr lang="en-US" dirty="0"/>
        </a:p>
      </dgm:t>
    </dgm:pt>
    <dgm:pt modelId="{6DB4F034-F6C2-4574-8D43-68C26BBD68BA}" type="parTrans" cxnId="{D3F9E96E-56FE-42B6-9171-22C38BFC0B42}">
      <dgm:prSet/>
      <dgm:spPr/>
      <dgm:t>
        <a:bodyPr/>
        <a:lstStyle/>
        <a:p>
          <a:endParaRPr lang="en-US"/>
        </a:p>
      </dgm:t>
    </dgm:pt>
    <dgm:pt modelId="{707A2AFE-385E-4652-9EFA-72B6030FAF23}" type="sibTrans" cxnId="{D3F9E96E-56FE-42B6-9171-22C38BFC0B42}">
      <dgm:prSet/>
      <dgm:spPr/>
      <dgm:t>
        <a:bodyPr/>
        <a:lstStyle/>
        <a:p>
          <a:endParaRPr lang="en-US"/>
        </a:p>
      </dgm:t>
    </dgm:pt>
    <dgm:pt modelId="{44919E95-4B0E-4682-A2B0-E15CB2BAF45C}">
      <dgm:prSet/>
      <dgm:spPr/>
      <dgm:t>
        <a:bodyPr/>
        <a:lstStyle/>
        <a:p>
          <a:pPr rtl="0"/>
          <a:r>
            <a:rPr lang="en-US" dirty="0" smtClean="0"/>
            <a:t>JSON Editor</a:t>
          </a:r>
          <a:endParaRPr lang="en-US" dirty="0"/>
        </a:p>
      </dgm:t>
    </dgm:pt>
    <dgm:pt modelId="{EE8CCF35-93CF-4764-884A-1EB5C2403095}" type="parTrans" cxnId="{CB9D41A6-7E30-47C3-BD3C-DDD1E432F8B5}">
      <dgm:prSet/>
      <dgm:spPr/>
      <dgm:t>
        <a:bodyPr/>
        <a:lstStyle/>
        <a:p>
          <a:endParaRPr lang="en-US"/>
        </a:p>
      </dgm:t>
    </dgm:pt>
    <dgm:pt modelId="{98E5777A-6924-47F9-AE0D-6DF6EE5F5F59}" type="sibTrans" cxnId="{CB9D41A6-7E30-47C3-BD3C-DDD1E432F8B5}">
      <dgm:prSet/>
      <dgm:spPr/>
      <dgm:t>
        <a:bodyPr/>
        <a:lstStyle/>
        <a:p>
          <a:endParaRPr lang="en-US"/>
        </a:p>
      </dgm:t>
    </dgm:pt>
    <dgm:pt modelId="{2837C4B8-066A-45FB-A93F-D20F5AAF1D33}">
      <dgm:prSet/>
      <dgm:spPr/>
      <dgm:t>
        <a:bodyPr/>
        <a:lstStyle/>
        <a:p>
          <a:r>
            <a:rPr lang="en-US" dirty="0" smtClean="0"/>
            <a:t>Browser Link</a:t>
          </a:r>
          <a:endParaRPr lang="en-US" dirty="0"/>
        </a:p>
      </dgm:t>
    </dgm:pt>
    <dgm:pt modelId="{EACCABC5-D861-4351-BA64-345B0330CF79}" type="parTrans" cxnId="{9B0BE7B3-D4D9-4582-B530-6DA2E6C99244}">
      <dgm:prSet/>
      <dgm:spPr/>
      <dgm:t>
        <a:bodyPr/>
        <a:lstStyle/>
        <a:p>
          <a:endParaRPr lang="en-US"/>
        </a:p>
      </dgm:t>
    </dgm:pt>
    <dgm:pt modelId="{F4DB4B0C-EB1D-45B3-B308-748A0EDFBBAD}" type="sibTrans" cxnId="{9B0BE7B3-D4D9-4582-B530-6DA2E6C99244}">
      <dgm:prSet/>
      <dgm:spPr/>
      <dgm:t>
        <a:bodyPr/>
        <a:lstStyle/>
        <a:p>
          <a:endParaRPr lang="en-US"/>
        </a:p>
      </dgm:t>
    </dgm:pt>
    <dgm:pt modelId="{FAF38047-4282-4972-98F8-2AC82467DC95}">
      <dgm:prSet/>
      <dgm:spPr>
        <a:solidFill>
          <a:srgbClr val="44546A"/>
        </a:solidFill>
      </dgm:spPr>
      <dgm:t>
        <a:bodyPr/>
        <a:lstStyle/>
        <a:p>
          <a:pPr rtl="0"/>
          <a:r>
            <a:rPr lang="en-US" dirty="0" smtClean="0"/>
            <a:t>Web Essentials</a:t>
          </a:r>
          <a:endParaRPr lang="en-US" dirty="0"/>
        </a:p>
      </dgm:t>
    </dgm:pt>
    <dgm:pt modelId="{A7A2E625-7B64-446B-A5F2-20DF5D2FF516}" type="parTrans" cxnId="{9F318EED-E73A-4559-B17D-CAA65A0EA116}">
      <dgm:prSet/>
      <dgm:spPr/>
      <dgm:t>
        <a:bodyPr/>
        <a:lstStyle/>
        <a:p>
          <a:endParaRPr lang="en-US"/>
        </a:p>
      </dgm:t>
    </dgm:pt>
    <dgm:pt modelId="{A0CD96BE-3BC1-4BA1-A84A-91FAE89AA04C}" type="sibTrans" cxnId="{9F318EED-E73A-4559-B17D-CAA65A0EA116}">
      <dgm:prSet/>
      <dgm:spPr/>
      <dgm:t>
        <a:bodyPr/>
        <a:lstStyle/>
        <a:p>
          <a:endParaRPr lang="en-US"/>
        </a:p>
      </dgm:t>
    </dgm:pt>
    <dgm:pt modelId="{5B4EFD9D-506F-421B-9D88-7FF8CD489C8D}">
      <dgm:prSet/>
      <dgm:spPr/>
      <dgm:t>
        <a:bodyPr/>
        <a:lstStyle/>
        <a:p>
          <a:pPr rtl="0"/>
          <a:r>
            <a:rPr lang="en-US" dirty="0" smtClean="0"/>
            <a:t>HTML Editor</a:t>
          </a:r>
          <a:endParaRPr lang="en-US" dirty="0"/>
        </a:p>
      </dgm:t>
    </dgm:pt>
    <dgm:pt modelId="{0C0EB65F-BEF9-4AE0-A7A6-4B267F3AA6A6}" type="parTrans" cxnId="{2BAF01CC-693B-4AFC-8974-B8FCD99341DE}">
      <dgm:prSet/>
      <dgm:spPr/>
    </dgm:pt>
    <dgm:pt modelId="{0952D64E-E223-4A4B-B080-9B618D8F27D4}" type="sibTrans" cxnId="{2BAF01CC-693B-4AFC-8974-B8FCD99341DE}">
      <dgm:prSet/>
      <dgm:spPr/>
    </dgm:pt>
    <dgm:pt modelId="{BFDD77DA-D402-443D-8BDA-7A0C8CBC530E}">
      <dgm:prSet/>
      <dgm:spPr/>
      <dgm:t>
        <a:bodyPr/>
        <a:lstStyle/>
        <a:p>
          <a:pPr rtl="0"/>
          <a:r>
            <a:rPr lang="en-US" dirty="0" smtClean="0"/>
            <a:t>JavaScript Editor</a:t>
          </a:r>
          <a:endParaRPr lang="en-US" dirty="0"/>
        </a:p>
      </dgm:t>
    </dgm:pt>
    <dgm:pt modelId="{D9FA3B71-A5A1-4AB9-B030-C309568232C6}" type="parTrans" cxnId="{BED6BE21-6C9C-4536-B141-1C8A1284764B}">
      <dgm:prSet/>
      <dgm:spPr/>
    </dgm:pt>
    <dgm:pt modelId="{2AE53BAA-26FF-4031-836C-5BD7C1FF5C4A}" type="sibTrans" cxnId="{BED6BE21-6C9C-4536-B141-1C8A1284764B}">
      <dgm:prSet/>
      <dgm:spPr/>
    </dgm:pt>
    <dgm:pt modelId="{49ECCC12-78A3-4A51-9DED-EA98B6B9B587}" type="pres">
      <dgm:prSet presAssocID="{7B4CA36C-F225-426C-BF0C-DA0842A394A6}" presName="diagram" presStyleCnt="0">
        <dgm:presLayoutVars>
          <dgm:dir/>
          <dgm:resizeHandles val="exact"/>
        </dgm:presLayoutVars>
      </dgm:prSet>
      <dgm:spPr/>
      <dgm:t>
        <a:bodyPr/>
        <a:lstStyle/>
        <a:p>
          <a:endParaRPr lang="en-US"/>
        </a:p>
      </dgm:t>
    </dgm:pt>
    <dgm:pt modelId="{B4041BF4-6ACB-4E92-9C4A-2919E6A2A2EB}" type="pres">
      <dgm:prSet presAssocID="{FAF38047-4282-4972-98F8-2AC82467DC95}" presName="node" presStyleLbl="node1" presStyleIdx="0" presStyleCnt="6">
        <dgm:presLayoutVars>
          <dgm:bulletEnabled val="1"/>
        </dgm:presLayoutVars>
      </dgm:prSet>
      <dgm:spPr/>
      <dgm:t>
        <a:bodyPr/>
        <a:lstStyle/>
        <a:p>
          <a:endParaRPr lang="en-US"/>
        </a:p>
      </dgm:t>
    </dgm:pt>
    <dgm:pt modelId="{49790E2B-8A06-4A99-B564-F60325C95273}" type="pres">
      <dgm:prSet presAssocID="{A0CD96BE-3BC1-4BA1-A84A-91FAE89AA04C}" presName="sibTrans" presStyleCnt="0"/>
      <dgm:spPr/>
    </dgm:pt>
    <dgm:pt modelId="{F1E521EB-3B28-483F-8FE5-3FD1A67F1E0D}" type="pres">
      <dgm:prSet presAssocID="{2837C4B8-066A-45FB-A93F-D20F5AAF1D33}" presName="node" presStyleLbl="node1" presStyleIdx="1" presStyleCnt="6">
        <dgm:presLayoutVars>
          <dgm:bulletEnabled val="1"/>
        </dgm:presLayoutVars>
      </dgm:prSet>
      <dgm:spPr/>
      <dgm:t>
        <a:bodyPr/>
        <a:lstStyle/>
        <a:p>
          <a:endParaRPr lang="en-US"/>
        </a:p>
      </dgm:t>
    </dgm:pt>
    <dgm:pt modelId="{AA5B333A-33C6-40D7-BE99-F5B4FCC85DA7}" type="pres">
      <dgm:prSet presAssocID="{F4DB4B0C-EB1D-45B3-B308-748A0EDFBBAD}" presName="sibTrans" presStyleCnt="0"/>
      <dgm:spPr/>
    </dgm:pt>
    <dgm:pt modelId="{3DAD6395-C3EE-4503-9123-A166939569E3}" type="pres">
      <dgm:prSet presAssocID="{0C0E4775-E2E1-403C-9234-C53BCAAC3DCC}" presName="node" presStyleLbl="node1" presStyleIdx="2" presStyleCnt="6">
        <dgm:presLayoutVars>
          <dgm:bulletEnabled val="1"/>
        </dgm:presLayoutVars>
      </dgm:prSet>
      <dgm:spPr/>
      <dgm:t>
        <a:bodyPr/>
        <a:lstStyle/>
        <a:p>
          <a:endParaRPr lang="en-US"/>
        </a:p>
      </dgm:t>
    </dgm:pt>
    <dgm:pt modelId="{F6C58D59-0688-4D0B-A0DA-4BE3FE9C3AB2}" type="pres">
      <dgm:prSet presAssocID="{707A2AFE-385E-4652-9EFA-72B6030FAF23}" presName="sibTrans" presStyleCnt="0"/>
      <dgm:spPr/>
    </dgm:pt>
    <dgm:pt modelId="{DFFE2D26-DAA0-4656-B607-97B1C6E535F8}" type="pres">
      <dgm:prSet presAssocID="{44919E95-4B0E-4682-A2B0-E15CB2BAF45C}" presName="node" presStyleLbl="node1" presStyleIdx="3" presStyleCnt="6">
        <dgm:presLayoutVars>
          <dgm:bulletEnabled val="1"/>
        </dgm:presLayoutVars>
      </dgm:prSet>
      <dgm:spPr/>
      <dgm:t>
        <a:bodyPr/>
        <a:lstStyle/>
        <a:p>
          <a:endParaRPr lang="en-US"/>
        </a:p>
      </dgm:t>
    </dgm:pt>
    <dgm:pt modelId="{BBB97810-0ECB-47D6-9858-89A7CAB576EC}" type="pres">
      <dgm:prSet presAssocID="{98E5777A-6924-47F9-AE0D-6DF6EE5F5F59}" presName="sibTrans" presStyleCnt="0"/>
      <dgm:spPr/>
    </dgm:pt>
    <dgm:pt modelId="{FEE149BB-3301-430C-AD79-22A9EE938F0A}" type="pres">
      <dgm:prSet presAssocID="{5B4EFD9D-506F-421B-9D88-7FF8CD489C8D}" presName="node" presStyleLbl="node1" presStyleIdx="4" presStyleCnt="6">
        <dgm:presLayoutVars>
          <dgm:bulletEnabled val="1"/>
        </dgm:presLayoutVars>
      </dgm:prSet>
      <dgm:spPr/>
      <dgm:t>
        <a:bodyPr/>
        <a:lstStyle/>
        <a:p>
          <a:endParaRPr lang="en-US"/>
        </a:p>
      </dgm:t>
    </dgm:pt>
    <dgm:pt modelId="{FF79F1FD-8DD2-46E8-985E-1DE7B5A15F16}" type="pres">
      <dgm:prSet presAssocID="{0952D64E-E223-4A4B-B080-9B618D8F27D4}" presName="sibTrans" presStyleCnt="0"/>
      <dgm:spPr/>
    </dgm:pt>
    <dgm:pt modelId="{7701E95D-B2BE-4C04-8583-D2CFA0E31399}" type="pres">
      <dgm:prSet presAssocID="{BFDD77DA-D402-443D-8BDA-7A0C8CBC530E}" presName="node" presStyleLbl="node1" presStyleIdx="5" presStyleCnt="6">
        <dgm:presLayoutVars>
          <dgm:bulletEnabled val="1"/>
        </dgm:presLayoutVars>
      </dgm:prSet>
      <dgm:spPr/>
      <dgm:t>
        <a:bodyPr/>
        <a:lstStyle/>
        <a:p>
          <a:endParaRPr lang="en-US"/>
        </a:p>
      </dgm:t>
    </dgm:pt>
  </dgm:ptLst>
  <dgm:cxnLst>
    <dgm:cxn modelId="{7596A26D-6CE4-4A94-9ACD-6719047C938A}" type="presOf" srcId="{FAF38047-4282-4972-98F8-2AC82467DC95}" destId="{B4041BF4-6ACB-4E92-9C4A-2919E6A2A2EB}" srcOrd="0" destOrd="0" presId="urn:microsoft.com/office/officeart/2005/8/layout/default"/>
    <dgm:cxn modelId="{D92AB589-B2D1-41B9-9234-78A3DA619D5F}" type="presOf" srcId="{2837C4B8-066A-45FB-A93F-D20F5AAF1D33}" destId="{F1E521EB-3B28-483F-8FE5-3FD1A67F1E0D}" srcOrd="0" destOrd="0" presId="urn:microsoft.com/office/officeart/2005/8/layout/default"/>
    <dgm:cxn modelId="{41E29B1C-76D3-4D08-A0CD-7C8FA21520C8}" type="presOf" srcId="{44919E95-4B0E-4682-A2B0-E15CB2BAF45C}" destId="{DFFE2D26-DAA0-4656-B607-97B1C6E535F8}" srcOrd="0" destOrd="0" presId="urn:microsoft.com/office/officeart/2005/8/layout/default"/>
    <dgm:cxn modelId="{85253993-94B0-4225-8076-1FFCAD38AC4C}" type="presOf" srcId="{5B4EFD9D-506F-421B-9D88-7FF8CD489C8D}" destId="{FEE149BB-3301-430C-AD79-22A9EE938F0A}" srcOrd="0" destOrd="0" presId="urn:microsoft.com/office/officeart/2005/8/layout/default"/>
    <dgm:cxn modelId="{BED6BE21-6C9C-4536-B141-1C8A1284764B}" srcId="{7B4CA36C-F225-426C-BF0C-DA0842A394A6}" destId="{BFDD77DA-D402-443D-8BDA-7A0C8CBC530E}" srcOrd="5" destOrd="0" parTransId="{D9FA3B71-A5A1-4AB9-B030-C309568232C6}" sibTransId="{2AE53BAA-26FF-4031-836C-5BD7C1FF5C4A}"/>
    <dgm:cxn modelId="{9B0BE7B3-D4D9-4582-B530-6DA2E6C99244}" srcId="{7B4CA36C-F225-426C-BF0C-DA0842A394A6}" destId="{2837C4B8-066A-45FB-A93F-D20F5AAF1D33}" srcOrd="1" destOrd="0" parTransId="{EACCABC5-D861-4351-BA64-345B0330CF79}" sibTransId="{F4DB4B0C-EB1D-45B3-B308-748A0EDFBBAD}"/>
    <dgm:cxn modelId="{D3F9E96E-56FE-42B6-9171-22C38BFC0B42}" srcId="{7B4CA36C-F225-426C-BF0C-DA0842A394A6}" destId="{0C0E4775-E2E1-403C-9234-C53BCAAC3DCC}" srcOrd="2" destOrd="0" parTransId="{6DB4F034-F6C2-4574-8D43-68C26BBD68BA}" sibTransId="{707A2AFE-385E-4652-9EFA-72B6030FAF23}"/>
    <dgm:cxn modelId="{8950EEA1-5D6D-4057-9341-D14F4A4F8B68}" type="presOf" srcId="{BFDD77DA-D402-443D-8BDA-7A0C8CBC530E}" destId="{7701E95D-B2BE-4C04-8583-D2CFA0E31399}" srcOrd="0" destOrd="0" presId="urn:microsoft.com/office/officeart/2005/8/layout/default"/>
    <dgm:cxn modelId="{CB9D41A6-7E30-47C3-BD3C-DDD1E432F8B5}" srcId="{7B4CA36C-F225-426C-BF0C-DA0842A394A6}" destId="{44919E95-4B0E-4682-A2B0-E15CB2BAF45C}" srcOrd="3" destOrd="0" parTransId="{EE8CCF35-93CF-4764-884A-1EB5C2403095}" sibTransId="{98E5777A-6924-47F9-AE0D-6DF6EE5F5F59}"/>
    <dgm:cxn modelId="{87010350-E298-4631-8119-13962666E0F5}" type="presOf" srcId="{0C0E4775-E2E1-403C-9234-C53BCAAC3DCC}" destId="{3DAD6395-C3EE-4503-9123-A166939569E3}" srcOrd="0" destOrd="0" presId="urn:microsoft.com/office/officeart/2005/8/layout/default"/>
    <dgm:cxn modelId="{2BC5AEEF-DA0C-412C-A26A-64147432B43C}" type="presOf" srcId="{7B4CA36C-F225-426C-BF0C-DA0842A394A6}" destId="{49ECCC12-78A3-4A51-9DED-EA98B6B9B587}" srcOrd="0" destOrd="0" presId="urn:microsoft.com/office/officeart/2005/8/layout/default"/>
    <dgm:cxn modelId="{9F318EED-E73A-4559-B17D-CAA65A0EA116}" srcId="{7B4CA36C-F225-426C-BF0C-DA0842A394A6}" destId="{FAF38047-4282-4972-98F8-2AC82467DC95}" srcOrd="0" destOrd="0" parTransId="{A7A2E625-7B64-446B-A5F2-20DF5D2FF516}" sibTransId="{A0CD96BE-3BC1-4BA1-A84A-91FAE89AA04C}"/>
    <dgm:cxn modelId="{2BAF01CC-693B-4AFC-8974-B8FCD99341DE}" srcId="{7B4CA36C-F225-426C-BF0C-DA0842A394A6}" destId="{5B4EFD9D-506F-421B-9D88-7FF8CD489C8D}" srcOrd="4" destOrd="0" parTransId="{0C0EB65F-BEF9-4AE0-A7A6-4B267F3AA6A6}" sibTransId="{0952D64E-E223-4A4B-B080-9B618D8F27D4}"/>
    <dgm:cxn modelId="{AC4263B1-7D53-4042-87CB-406F7399987F}" type="presParOf" srcId="{49ECCC12-78A3-4A51-9DED-EA98B6B9B587}" destId="{B4041BF4-6ACB-4E92-9C4A-2919E6A2A2EB}" srcOrd="0" destOrd="0" presId="urn:microsoft.com/office/officeart/2005/8/layout/default"/>
    <dgm:cxn modelId="{C93DB240-7110-4CAC-AC69-3F9C32306C5A}" type="presParOf" srcId="{49ECCC12-78A3-4A51-9DED-EA98B6B9B587}" destId="{49790E2B-8A06-4A99-B564-F60325C95273}" srcOrd="1" destOrd="0" presId="urn:microsoft.com/office/officeart/2005/8/layout/default"/>
    <dgm:cxn modelId="{C45DE153-8582-4945-8725-6006B3096264}" type="presParOf" srcId="{49ECCC12-78A3-4A51-9DED-EA98B6B9B587}" destId="{F1E521EB-3B28-483F-8FE5-3FD1A67F1E0D}" srcOrd="2" destOrd="0" presId="urn:microsoft.com/office/officeart/2005/8/layout/default"/>
    <dgm:cxn modelId="{F3FADE6C-92C0-46B7-940D-B2B3BCF13D1F}" type="presParOf" srcId="{49ECCC12-78A3-4A51-9DED-EA98B6B9B587}" destId="{AA5B333A-33C6-40D7-BE99-F5B4FCC85DA7}" srcOrd="3" destOrd="0" presId="urn:microsoft.com/office/officeart/2005/8/layout/default"/>
    <dgm:cxn modelId="{CD8EB542-C867-48FE-BEED-E3B82B996918}" type="presParOf" srcId="{49ECCC12-78A3-4A51-9DED-EA98B6B9B587}" destId="{3DAD6395-C3EE-4503-9123-A166939569E3}" srcOrd="4" destOrd="0" presId="urn:microsoft.com/office/officeart/2005/8/layout/default"/>
    <dgm:cxn modelId="{2C495281-3FEF-49C6-9F9E-4B73F125F302}" type="presParOf" srcId="{49ECCC12-78A3-4A51-9DED-EA98B6B9B587}" destId="{F6C58D59-0688-4D0B-A0DA-4BE3FE9C3AB2}" srcOrd="5" destOrd="0" presId="urn:microsoft.com/office/officeart/2005/8/layout/default"/>
    <dgm:cxn modelId="{CF69CF0A-3F9A-45FB-8B7B-24BC7915FD38}" type="presParOf" srcId="{49ECCC12-78A3-4A51-9DED-EA98B6B9B587}" destId="{DFFE2D26-DAA0-4656-B607-97B1C6E535F8}" srcOrd="6" destOrd="0" presId="urn:microsoft.com/office/officeart/2005/8/layout/default"/>
    <dgm:cxn modelId="{6E9E08CA-7330-4E47-AF01-088B0F014D40}" type="presParOf" srcId="{49ECCC12-78A3-4A51-9DED-EA98B6B9B587}" destId="{BBB97810-0ECB-47D6-9858-89A7CAB576EC}" srcOrd="7" destOrd="0" presId="urn:microsoft.com/office/officeart/2005/8/layout/default"/>
    <dgm:cxn modelId="{8E656A98-A294-4535-95FA-BE12C02FEEB4}" type="presParOf" srcId="{49ECCC12-78A3-4A51-9DED-EA98B6B9B587}" destId="{FEE149BB-3301-430C-AD79-22A9EE938F0A}" srcOrd="8" destOrd="0" presId="urn:microsoft.com/office/officeart/2005/8/layout/default"/>
    <dgm:cxn modelId="{ACCCC643-4F82-4D5B-A1CF-56ACA2DC4D35}" type="presParOf" srcId="{49ECCC12-78A3-4A51-9DED-EA98B6B9B587}" destId="{FF79F1FD-8DD2-46E8-985E-1DE7B5A15F16}" srcOrd="9" destOrd="0" presId="urn:microsoft.com/office/officeart/2005/8/layout/default"/>
    <dgm:cxn modelId="{54045F29-742C-419D-993D-3CAAC7E4307F}" type="presParOf" srcId="{49ECCC12-78A3-4A51-9DED-EA98B6B9B587}" destId="{7701E95D-B2BE-4C04-8583-D2CFA0E31399}"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8156BE-27D5-4D86-A8E0-740EB0F16F71}">
      <dsp:nvSpPr>
        <dsp:cNvPr id="0" name=""/>
        <dsp:cNvSpPr/>
      </dsp:nvSpPr>
      <dsp:spPr>
        <a:xfrm>
          <a:off x="3293" y="292359"/>
          <a:ext cx="2612501" cy="156750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rtl="0">
            <a:lnSpc>
              <a:spcPct val="90000"/>
            </a:lnSpc>
            <a:spcBef>
              <a:spcPct val="0"/>
            </a:spcBef>
            <a:spcAft>
              <a:spcPct val="35000"/>
            </a:spcAft>
          </a:pPr>
          <a:r>
            <a:rPr lang="en-US" sz="2900" kern="1200" dirty="0" smtClean="0"/>
            <a:t>One ASP.NET</a:t>
          </a:r>
          <a:endParaRPr lang="en-US" sz="2900" kern="1200" dirty="0"/>
        </a:p>
      </dsp:txBody>
      <dsp:txXfrm>
        <a:off x="3293" y="292359"/>
        <a:ext cx="2612501" cy="1567500"/>
      </dsp:txXfrm>
    </dsp:sp>
    <dsp:sp modelId="{4AB85EF7-B54C-4DE7-BD6A-97E8E236027C}">
      <dsp:nvSpPr>
        <dsp:cNvPr id="0" name=""/>
        <dsp:cNvSpPr/>
      </dsp:nvSpPr>
      <dsp:spPr>
        <a:xfrm>
          <a:off x="2877044" y="292359"/>
          <a:ext cx="2612501" cy="156750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rtl="0">
            <a:lnSpc>
              <a:spcPct val="90000"/>
            </a:lnSpc>
            <a:spcBef>
              <a:spcPct val="0"/>
            </a:spcBef>
            <a:spcAft>
              <a:spcPct val="35000"/>
            </a:spcAft>
          </a:pPr>
          <a:r>
            <a:rPr lang="en-US" sz="2900" kern="1200" dirty="0" smtClean="0"/>
            <a:t>Bootstrap Templates</a:t>
          </a:r>
          <a:endParaRPr lang="en-US" sz="2900" kern="1200" dirty="0"/>
        </a:p>
      </dsp:txBody>
      <dsp:txXfrm>
        <a:off x="2877044" y="292359"/>
        <a:ext cx="2612501" cy="1567500"/>
      </dsp:txXfrm>
    </dsp:sp>
    <dsp:sp modelId="{D4461273-3391-4581-A1B5-5B403968DBA1}">
      <dsp:nvSpPr>
        <dsp:cNvPr id="0" name=""/>
        <dsp:cNvSpPr/>
      </dsp:nvSpPr>
      <dsp:spPr>
        <a:xfrm>
          <a:off x="5750795" y="292359"/>
          <a:ext cx="2612501" cy="156750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rtl="0">
            <a:lnSpc>
              <a:spcPct val="90000"/>
            </a:lnSpc>
            <a:spcBef>
              <a:spcPct val="0"/>
            </a:spcBef>
            <a:spcAft>
              <a:spcPct val="35000"/>
            </a:spcAft>
          </a:pPr>
          <a:r>
            <a:rPr lang="en-US" sz="2900" kern="1200" smtClean="0"/>
            <a:t>ASP.NET </a:t>
          </a:r>
          <a:r>
            <a:rPr lang="en-US" sz="2900" kern="1200" dirty="0" smtClean="0"/>
            <a:t>Identity</a:t>
          </a:r>
          <a:endParaRPr lang="en-US" sz="2900" kern="1200" dirty="0"/>
        </a:p>
      </dsp:txBody>
      <dsp:txXfrm>
        <a:off x="5750795" y="292359"/>
        <a:ext cx="2612501" cy="1567500"/>
      </dsp:txXfrm>
    </dsp:sp>
    <dsp:sp modelId="{E9ACDD8F-908F-4025-A43F-17D5A14E5AA1}">
      <dsp:nvSpPr>
        <dsp:cNvPr id="0" name=""/>
        <dsp:cNvSpPr/>
      </dsp:nvSpPr>
      <dsp:spPr>
        <a:xfrm>
          <a:off x="8624546" y="292359"/>
          <a:ext cx="2612501" cy="156750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rtl="0">
            <a:lnSpc>
              <a:spcPct val="90000"/>
            </a:lnSpc>
            <a:spcBef>
              <a:spcPct val="0"/>
            </a:spcBef>
            <a:spcAft>
              <a:spcPct val="35000"/>
            </a:spcAft>
          </a:pPr>
          <a:r>
            <a:rPr lang="en-US" sz="2900" kern="1200" dirty="0" smtClean="0"/>
            <a:t>OWIN</a:t>
          </a:r>
          <a:endParaRPr lang="en-US" sz="2900" kern="1200" dirty="0"/>
        </a:p>
      </dsp:txBody>
      <dsp:txXfrm>
        <a:off x="8624546" y="292359"/>
        <a:ext cx="2612501" cy="1567500"/>
      </dsp:txXfrm>
    </dsp:sp>
    <dsp:sp modelId="{B4041BF4-6ACB-4E92-9C4A-2919E6A2A2EB}">
      <dsp:nvSpPr>
        <dsp:cNvPr id="0" name=""/>
        <dsp:cNvSpPr/>
      </dsp:nvSpPr>
      <dsp:spPr>
        <a:xfrm>
          <a:off x="1440168" y="2121110"/>
          <a:ext cx="2612501" cy="156750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rtl="0">
            <a:lnSpc>
              <a:spcPct val="90000"/>
            </a:lnSpc>
            <a:spcBef>
              <a:spcPct val="0"/>
            </a:spcBef>
            <a:spcAft>
              <a:spcPct val="35000"/>
            </a:spcAft>
          </a:pPr>
          <a:r>
            <a:rPr lang="en-US" sz="2900" kern="1200" dirty="0" smtClean="0"/>
            <a:t>Web Form Model Binding</a:t>
          </a:r>
          <a:endParaRPr lang="en-US" sz="2900" kern="1200" dirty="0"/>
        </a:p>
      </dsp:txBody>
      <dsp:txXfrm>
        <a:off x="1440168" y="2121110"/>
        <a:ext cx="2612501" cy="1567500"/>
      </dsp:txXfrm>
    </dsp:sp>
    <dsp:sp modelId="{F1E521EB-3B28-483F-8FE5-3FD1A67F1E0D}">
      <dsp:nvSpPr>
        <dsp:cNvPr id="0" name=""/>
        <dsp:cNvSpPr/>
      </dsp:nvSpPr>
      <dsp:spPr>
        <a:xfrm>
          <a:off x="4313919" y="2121110"/>
          <a:ext cx="2612501" cy="156750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smtClean="0"/>
            <a:t>HTTP/2 Support</a:t>
          </a:r>
          <a:endParaRPr lang="en-US" sz="2900" kern="1200" dirty="0"/>
        </a:p>
      </dsp:txBody>
      <dsp:txXfrm>
        <a:off x="4313919" y="2121110"/>
        <a:ext cx="2612501" cy="1567500"/>
      </dsp:txXfrm>
    </dsp:sp>
    <dsp:sp modelId="{3DAD6395-C3EE-4503-9123-A166939569E3}">
      <dsp:nvSpPr>
        <dsp:cNvPr id="0" name=""/>
        <dsp:cNvSpPr/>
      </dsp:nvSpPr>
      <dsp:spPr>
        <a:xfrm>
          <a:off x="7187671" y="2121110"/>
          <a:ext cx="2612501" cy="156750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rtl="0">
            <a:lnSpc>
              <a:spcPct val="90000"/>
            </a:lnSpc>
            <a:spcBef>
              <a:spcPct val="0"/>
            </a:spcBef>
            <a:spcAft>
              <a:spcPct val="35000"/>
            </a:spcAft>
          </a:pPr>
          <a:r>
            <a:rPr lang="en-US" sz="2900" kern="1200" dirty="0" smtClean="0"/>
            <a:t>.NET Compiler Platform (“Roslyn”)</a:t>
          </a:r>
          <a:endParaRPr lang="en-US" sz="2900" kern="1200" dirty="0"/>
        </a:p>
      </dsp:txBody>
      <dsp:txXfrm>
        <a:off x="7187671" y="2121110"/>
        <a:ext cx="2612501" cy="1567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06BC79-A6EA-4D9A-8C1D-6F82D5DCFD10}">
      <dsp:nvSpPr>
        <dsp:cNvPr id="0" name=""/>
        <dsp:cNvSpPr/>
      </dsp:nvSpPr>
      <dsp:spPr>
        <a:xfrm>
          <a:off x="0" y="233131"/>
          <a:ext cx="3646060" cy="2187636"/>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rtl="0">
            <a:lnSpc>
              <a:spcPct val="90000"/>
            </a:lnSpc>
            <a:spcBef>
              <a:spcPct val="0"/>
            </a:spcBef>
            <a:spcAft>
              <a:spcPct val="35000"/>
            </a:spcAft>
          </a:pPr>
          <a:r>
            <a:rPr lang="en-US" sz="3100" kern="1200" smtClean="0"/>
            <a:t>Binary transmission instead of text</a:t>
          </a:r>
          <a:endParaRPr lang="en-US" sz="3100" kern="1200"/>
        </a:p>
      </dsp:txBody>
      <dsp:txXfrm>
        <a:off x="0" y="233131"/>
        <a:ext cx="3646060" cy="2187636"/>
      </dsp:txXfrm>
    </dsp:sp>
    <dsp:sp modelId="{B1BF1409-D64B-418B-AAEB-E7EF4634CEAE}">
      <dsp:nvSpPr>
        <dsp:cNvPr id="0" name=""/>
        <dsp:cNvSpPr/>
      </dsp:nvSpPr>
      <dsp:spPr>
        <a:xfrm>
          <a:off x="4010665" y="233131"/>
          <a:ext cx="3646060" cy="2187636"/>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rtl="0">
            <a:lnSpc>
              <a:spcPct val="90000"/>
            </a:lnSpc>
            <a:spcBef>
              <a:spcPct val="0"/>
            </a:spcBef>
            <a:spcAft>
              <a:spcPct val="35000"/>
            </a:spcAft>
          </a:pPr>
          <a:r>
            <a:rPr lang="en-US" sz="3100" kern="1200" smtClean="0"/>
            <a:t>Fully multiplexed instead of ordered and blocking</a:t>
          </a:r>
          <a:endParaRPr lang="en-US" sz="3100" kern="1200"/>
        </a:p>
      </dsp:txBody>
      <dsp:txXfrm>
        <a:off x="4010665" y="233131"/>
        <a:ext cx="3646060" cy="2187636"/>
      </dsp:txXfrm>
    </dsp:sp>
    <dsp:sp modelId="{693423DD-A0D4-464E-9AFB-64FE08660772}">
      <dsp:nvSpPr>
        <dsp:cNvPr id="0" name=""/>
        <dsp:cNvSpPr/>
      </dsp:nvSpPr>
      <dsp:spPr>
        <a:xfrm>
          <a:off x="8021332" y="233131"/>
          <a:ext cx="3646060" cy="2187636"/>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rtl="0">
            <a:lnSpc>
              <a:spcPct val="90000"/>
            </a:lnSpc>
            <a:spcBef>
              <a:spcPct val="0"/>
            </a:spcBef>
            <a:spcAft>
              <a:spcPct val="35000"/>
            </a:spcAft>
          </a:pPr>
          <a:r>
            <a:rPr lang="en-US" sz="3100" kern="1200" smtClean="0"/>
            <a:t>One connection to the server - parallel loading of resources</a:t>
          </a:r>
          <a:endParaRPr lang="en-US" sz="3100" kern="1200"/>
        </a:p>
      </dsp:txBody>
      <dsp:txXfrm>
        <a:off x="8021332" y="233131"/>
        <a:ext cx="3646060" cy="2187636"/>
      </dsp:txXfrm>
    </dsp:sp>
    <dsp:sp modelId="{5D6E0042-22BB-415F-B017-968AB9F732D6}">
      <dsp:nvSpPr>
        <dsp:cNvPr id="0" name=""/>
        <dsp:cNvSpPr/>
      </dsp:nvSpPr>
      <dsp:spPr>
        <a:xfrm>
          <a:off x="2005333" y="2785373"/>
          <a:ext cx="3646060" cy="2187636"/>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rtl="0">
            <a:lnSpc>
              <a:spcPct val="90000"/>
            </a:lnSpc>
            <a:spcBef>
              <a:spcPct val="0"/>
            </a:spcBef>
            <a:spcAft>
              <a:spcPct val="35000"/>
            </a:spcAft>
          </a:pPr>
          <a:r>
            <a:rPr lang="en-US" sz="3100" kern="1200" smtClean="0"/>
            <a:t>Header compression is now used to reduce overhead</a:t>
          </a:r>
          <a:endParaRPr lang="en-US" sz="3100" kern="1200"/>
        </a:p>
      </dsp:txBody>
      <dsp:txXfrm>
        <a:off x="2005333" y="2785373"/>
        <a:ext cx="3646060" cy="2187636"/>
      </dsp:txXfrm>
    </dsp:sp>
    <dsp:sp modelId="{B579F445-7D35-4FB5-A3CC-787C377D55C9}">
      <dsp:nvSpPr>
        <dsp:cNvPr id="0" name=""/>
        <dsp:cNvSpPr/>
      </dsp:nvSpPr>
      <dsp:spPr>
        <a:xfrm>
          <a:off x="6015999" y="2785373"/>
          <a:ext cx="3646060" cy="2187636"/>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rtl="0">
            <a:lnSpc>
              <a:spcPct val="90000"/>
            </a:lnSpc>
            <a:spcBef>
              <a:spcPct val="0"/>
            </a:spcBef>
            <a:spcAft>
              <a:spcPct val="35000"/>
            </a:spcAft>
          </a:pPr>
          <a:r>
            <a:rPr lang="en-US" sz="3100" kern="1200" smtClean="0"/>
            <a:t>Servers can now “push” responses proactively into client caches</a:t>
          </a:r>
          <a:endParaRPr lang="en-US" sz="3100" kern="1200"/>
        </a:p>
      </dsp:txBody>
      <dsp:txXfrm>
        <a:off x="6015999" y="2785373"/>
        <a:ext cx="3646060" cy="21876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041BF4-6ACB-4E92-9C4A-2919E6A2A2EB}">
      <dsp:nvSpPr>
        <dsp:cNvPr id="0" name=""/>
        <dsp:cNvSpPr/>
      </dsp:nvSpPr>
      <dsp:spPr>
        <a:xfrm>
          <a:off x="728865" y="3392"/>
          <a:ext cx="3057065" cy="1834239"/>
        </a:xfrm>
        <a:prstGeom prst="rect">
          <a:avLst/>
        </a:prstGeom>
        <a:solidFill>
          <a:srgbClr val="44546A"/>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rtl="0">
            <a:lnSpc>
              <a:spcPct val="90000"/>
            </a:lnSpc>
            <a:spcBef>
              <a:spcPct val="0"/>
            </a:spcBef>
            <a:spcAft>
              <a:spcPct val="35000"/>
            </a:spcAft>
          </a:pPr>
          <a:r>
            <a:rPr lang="en-US" sz="4400" kern="1200" dirty="0" smtClean="0"/>
            <a:t>Web Essentials</a:t>
          </a:r>
          <a:endParaRPr lang="en-US" sz="4400" kern="1200" dirty="0"/>
        </a:p>
      </dsp:txBody>
      <dsp:txXfrm>
        <a:off x="728865" y="3392"/>
        <a:ext cx="3057065" cy="1834239"/>
      </dsp:txXfrm>
    </dsp:sp>
    <dsp:sp modelId="{F1E521EB-3B28-483F-8FE5-3FD1A67F1E0D}">
      <dsp:nvSpPr>
        <dsp:cNvPr id="0" name=""/>
        <dsp:cNvSpPr/>
      </dsp:nvSpPr>
      <dsp:spPr>
        <a:xfrm>
          <a:off x="4091637" y="3392"/>
          <a:ext cx="3057065" cy="183423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a:lnSpc>
              <a:spcPct val="90000"/>
            </a:lnSpc>
            <a:spcBef>
              <a:spcPct val="0"/>
            </a:spcBef>
            <a:spcAft>
              <a:spcPct val="35000"/>
            </a:spcAft>
          </a:pPr>
          <a:r>
            <a:rPr lang="en-US" sz="4400" kern="1200" dirty="0" smtClean="0"/>
            <a:t>Browser Link</a:t>
          </a:r>
          <a:endParaRPr lang="en-US" sz="4400" kern="1200" dirty="0"/>
        </a:p>
      </dsp:txBody>
      <dsp:txXfrm>
        <a:off x="4091637" y="3392"/>
        <a:ext cx="3057065" cy="1834239"/>
      </dsp:txXfrm>
    </dsp:sp>
    <dsp:sp modelId="{3DAD6395-C3EE-4503-9123-A166939569E3}">
      <dsp:nvSpPr>
        <dsp:cNvPr id="0" name=""/>
        <dsp:cNvSpPr/>
      </dsp:nvSpPr>
      <dsp:spPr>
        <a:xfrm>
          <a:off x="7454409" y="3392"/>
          <a:ext cx="3057065" cy="183423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rtl="0">
            <a:lnSpc>
              <a:spcPct val="90000"/>
            </a:lnSpc>
            <a:spcBef>
              <a:spcPct val="0"/>
            </a:spcBef>
            <a:spcAft>
              <a:spcPct val="35000"/>
            </a:spcAft>
          </a:pPr>
          <a:r>
            <a:rPr lang="en-US" sz="4400" kern="1200" dirty="0" smtClean="0"/>
            <a:t>NPM Integration</a:t>
          </a:r>
          <a:endParaRPr lang="en-US" sz="4400" kern="1200" dirty="0"/>
        </a:p>
      </dsp:txBody>
      <dsp:txXfrm>
        <a:off x="7454409" y="3392"/>
        <a:ext cx="3057065" cy="1834239"/>
      </dsp:txXfrm>
    </dsp:sp>
    <dsp:sp modelId="{DFFE2D26-DAA0-4656-B607-97B1C6E535F8}">
      <dsp:nvSpPr>
        <dsp:cNvPr id="0" name=""/>
        <dsp:cNvSpPr/>
      </dsp:nvSpPr>
      <dsp:spPr>
        <a:xfrm>
          <a:off x="728865" y="2143338"/>
          <a:ext cx="3057065" cy="183423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rtl="0">
            <a:lnSpc>
              <a:spcPct val="90000"/>
            </a:lnSpc>
            <a:spcBef>
              <a:spcPct val="0"/>
            </a:spcBef>
            <a:spcAft>
              <a:spcPct val="35000"/>
            </a:spcAft>
          </a:pPr>
          <a:r>
            <a:rPr lang="en-US" sz="4400" kern="1200" dirty="0" smtClean="0"/>
            <a:t>JSON Editor</a:t>
          </a:r>
          <a:endParaRPr lang="en-US" sz="4400" kern="1200" dirty="0"/>
        </a:p>
      </dsp:txBody>
      <dsp:txXfrm>
        <a:off x="728865" y="2143338"/>
        <a:ext cx="3057065" cy="1834239"/>
      </dsp:txXfrm>
    </dsp:sp>
    <dsp:sp modelId="{FEE149BB-3301-430C-AD79-22A9EE938F0A}">
      <dsp:nvSpPr>
        <dsp:cNvPr id="0" name=""/>
        <dsp:cNvSpPr/>
      </dsp:nvSpPr>
      <dsp:spPr>
        <a:xfrm>
          <a:off x="4091637" y="2143338"/>
          <a:ext cx="3057065" cy="183423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rtl="0">
            <a:lnSpc>
              <a:spcPct val="90000"/>
            </a:lnSpc>
            <a:spcBef>
              <a:spcPct val="0"/>
            </a:spcBef>
            <a:spcAft>
              <a:spcPct val="35000"/>
            </a:spcAft>
          </a:pPr>
          <a:r>
            <a:rPr lang="en-US" sz="4400" kern="1200" dirty="0" smtClean="0"/>
            <a:t>HTML Editor</a:t>
          </a:r>
          <a:endParaRPr lang="en-US" sz="4400" kern="1200" dirty="0"/>
        </a:p>
      </dsp:txBody>
      <dsp:txXfrm>
        <a:off x="4091637" y="2143338"/>
        <a:ext cx="3057065" cy="1834239"/>
      </dsp:txXfrm>
    </dsp:sp>
    <dsp:sp modelId="{7701E95D-B2BE-4C04-8583-D2CFA0E31399}">
      <dsp:nvSpPr>
        <dsp:cNvPr id="0" name=""/>
        <dsp:cNvSpPr/>
      </dsp:nvSpPr>
      <dsp:spPr>
        <a:xfrm>
          <a:off x="7454409" y="2143338"/>
          <a:ext cx="3057065" cy="183423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rtl="0">
            <a:lnSpc>
              <a:spcPct val="90000"/>
            </a:lnSpc>
            <a:spcBef>
              <a:spcPct val="0"/>
            </a:spcBef>
            <a:spcAft>
              <a:spcPct val="35000"/>
            </a:spcAft>
          </a:pPr>
          <a:r>
            <a:rPr lang="en-US" sz="4400" kern="1200" dirty="0" smtClean="0"/>
            <a:t>JavaScript Editor</a:t>
          </a:r>
          <a:endParaRPr lang="en-US" sz="4400" kern="1200" dirty="0"/>
        </a:p>
      </dsp:txBody>
      <dsp:txXfrm>
        <a:off x="7454409" y="2143338"/>
        <a:ext cx="3057065" cy="183423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990FE3-7537-4D15-A9F5-FDF1805FD5F8}" type="datetimeFigureOut">
              <a:rPr lang="en-US" smtClean="0"/>
              <a:t>2/21/2016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8C67A6-C0E7-47DF-97C2-CA9B11275397}" type="slidenum">
              <a:rPr lang="en-US" smtClean="0"/>
              <a:t>‹#›</a:t>
            </a:fld>
            <a:endParaRPr lang="en-US"/>
          </a:p>
        </p:txBody>
      </p:sp>
    </p:spTree>
    <p:extLst>
      <p:ext uri="{BB962C8B-B14F-4D97-AF65-F5344CB8AC3E}">
        <p14:creationId xmlns:p14="http://schemas.microsoft.com/office/powerpoint/2010/main" val="3818312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nuget.org/packages/Microsoft.CodeDom.Providers.DotNetCompilerPlatform"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nuget.org/packages/Microsoft.CodeDom.Providers.DotNetCompilerPlatform"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bower.io/"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www.github.com/aspnet/home"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Description</a:t>
            </a:r>
          </a:p>
          <a:p>
            <a:r>
              <a:rPr lang="en-US" dirty="0" smtClean="0"/>
              <a:t>We'll start out by explaining the One ASP.NET experience in Visual Studio 2013, showing how to create hybrid web applications. Next, we'll introduce new features for web developers in Visual Studio 2013 and Web Essentials, explaining how Visual Studio is the best editor for HTML, CSS and JavaScript as well as your back end code. We'll also look at some new features across the ASP.NET platform including new Bootstrap templates, the new scaffolding system, and the new membership and identity system.</a:t>
            </a:r>
            <a:endParaRPr lang="en-US" dirty="0"/>
          </a:p>
        </p:txBody>
      </p:sp>
      <p:sp>
        <p:nvSpPr>
          <p:cNvPr id="4" name="Slide Number Placeholder 3"/>
          <p:cNvSpPr>
            <a:spLocks noGrp="1"/>
          </p:cNvSpPr>
          <p:nvPr>
            <p:ph type="sldNum" sz="quarter" idx="10"/>
          </p:nvPr>
        </p:nvSpPr>
        <p:spPr/>
        <p:txBody>
          <a:bodyPr/>
          <a:lstStyle/>
          <a:p>
            <a:fld id="{6E8C67A6-C0E7-47DF-97C2-CA9B11275397}" type="slidenum">
              <a:rPr lang="en-US" smtClean="0"/>
              <a:t>2</a:t>
            </a:fld>
            <a:endParaRPr lang="en-US"/>
          </a:p>
        </p:txBody>
      </p:sp>
    </p:spTree>
    <p:extLst>
      <p:ext uri="{BB962C8B-B14F-4D97-AF65-F5344CB8AC3E}">
        <p14:creationId xmlns:p14="http://schemas.microsoft.com/office/powerpoint/2010/main" val="2328580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one item to take away from this slide</a:t>
            </a:r>
            <a:r>
              <a:rPr lang="en-US" baseline="0" dirty="0" smtClean="0"/>
              <a:t> continued update to both the platform and to our favorite development web tools.    This rapid release cadence is a great because we as developer don’t have to wait for security and performance improvements.   </a:t>
            </a:r>
            <a:endParaRPr lang="en-US" dirty="0" smtClean="0"/>
          </a:p>
          <a:p>
            <a:endParaRPr lang="en-CA" dirty="0"/>
          </a:p>
        </p:txBody>
      </p:sp>
      <p:sp>
        <p:nvSpPr>
          <p:cNvPr id="4" name="Slide Number Placeholder 3"/>
          <p:cNvSpPr>
            <a:spLocks noGrp="1"/>
          </p:cNvSpPr>
          <p:nvPr>
            <p:ph type="sldNum" sz="quarter" idx="10"/>
          </p:nvPr>
        </p:nvSpPr>
        <p:spPr/>
        <p:txBody>
          <a:bodyPr/>
          <a:lstStyle/>
          <a:p>
            <a:fld id="{6E8C67A6-C0E7-47DF-97C2-CA9B11275397}" type="slidenum">
              <a:rPr lang="en-US" smtClean="0"/>
              <a:t>5</a:t>
            </a:fld>
            <a:endParaRPr lang="en-US"/>
          </a:p>
        </p:txBody>
      </p:sp>
    </p:spTree>
    <p:extLst>
      <p:ext uri="{BB962C8B-B14F-4D97-AF65-F5344CB8AC3E}">
        <p14:creationId xmlns:p14="http://schemas.microsoft.com/office/powerpoint/2010/main" val="3852658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Let’s talk about</a:t>
            </a:r>
            <a:r>
              <a:rPr lang="en-US" baseline="0" dirty="0" smtClean="0"/>
              <a:t> the updates to ASP.NET 4.6 AND MVC5</a:t>
            </a:r>
            <a:endParaRPr lang="en-US" dirty="0" smtClean="0"/>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84D7E90-17F8-419C-9863-373D55ADD8E6}"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279443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smtClean="0"/>
          </a:p>
          <a:p>
            <a:r>
              <a:rPr lang="en-US" dirty="0" smtClean="0"/>
              <a:t>One </a:t>
            </a:r>
            <a:r>
              <a:rPr lang="en-US" dirty="0" err="1" smtClean="0"/>
              <a:t>Asp.Net</a:t>
            </a:r>
            <a:endParaRPr lang="en-US" dirty="0" smtClean="0"/>
          </a:p>
          <a:p>
            <a:endParaRPr lang="en-US" dirty="0" smtClean="0"/>
          </a:p>
          <a:p>
            <a:r>
              <a:rPr lang="en-US" dirty="0" smtClean="0"/>
              <a:t>Now you</a:t>
            </a:r>
            <a:r>
              <a:rPr lang="en-US" baseline="0" dirty="0" smtClean="0"/>
              <a:t> can combine different technologies web forms, </a:t>
            </a:r>
            <a:r>
              <a:rPr lang="en-US" baseline="0" dirty="0" err="1" smtClean="0"/>
              <a:t>mvc</a:t>
            </a:r>
            <a:r>
              <a:rPr lang="en-US" baseline="0" dirty="0" smtClean="0"/>
              <a:t> and web </a:t>
            </a:r>
            <a:r>
              <a:rPr lang="en-US" baseline="0" dirty="0" err="1" smtClean="0"/>
              <a:t>api</a:t>
            </a:r>
            <a:r>
              <a:rPr lang="en-US" baseline="0" dirty="0" smtClean="0"/>
              <a:t> into your asp.net application.   You use the technology that works the best to address the problem you are solving</a:t>
            </a:r>
            <a:endParaRPr lang="en-US" dirty="0" smtClean="0"/>
          </a:p>
          <a:p>
            <a:endParaRPr lang="en-US" dirty="0" smtClean="0"/>
          </a:p>
          <a:p>
            <a:r>
              <a:rPr lang="en-US" dirty="0" smtClean="0"/>
              <a:t>Bootstrap:</a:t>
            </a:r>
          </a:p>
          <a:p>
            <a:endParaRPr lang="en-US" dirty="0" smtClean="0"/>
          </a:p>
          <a:p>
            <a:r>
              <a:rPr lang="en-US" dirty="0" smtClean="0"/>
              <a:t>Bootstrap</a:t>
            </a:r>
            <a:r>
              <a:rPr lang="en-US" baseline="0" dirty="0" smtClean="0"/>
              <a:t> templates have been </a:t>
            </a:r>
            <a:r>
              <a:rPr lang="en-US" baseline="0" dirty="0" err="1" smtClean="0"/>
              <a:t>redsigned</a:t>
            </a:r>
            <a:r>
              <a:rPr lang="en-US" baseline="0" dirty="0" smtClean="0"/>
              <a:t> to have a sleeker and more responsive look and feel that you can easily customize</a:t>
            </a:r>
          </a:p>
          <a:p>
            <a:endParaRPr lang="en-US" baseline="0" dirty="0" smtClean="0"/>
          </a:p>
          <a:p>
            <a:endParaRPr lang="en-US" baseline="0" dirty="0" smtClean="0"/>
          </a:p>
          <a:p>
            <a:r>
              <a:rPr lang="en-US" baseline="0" dirty="0" err="1" smtClean="0"/>
              <a:t>ASP.Net</a:t>
            </a:r>
            <a:r>
              <a:rPr lang="en-US" baseline="0" dirty="0" smtClean="0"/>
              <a:t> Identity:</a:t>
            </a:r>
          </a:p>
          <a:p>
            <a:endParaRPr lang="en-US" baseline="0" dirty="0" smtClean="0"/>
          </a:p>
          <a:p>
            <a:r>
              <a:rPr lang="en-US" sz="1200" b="0" i="0" kern="1200" dirty="0" smtClean="0">
                <a:solidFill>
                  <a:schemeClr val="tx1"/>
                </a:solidFill>
                <a:effectLst/>
                <a:latin typeface="+mn-lt"/>
                <a:ea typeface="+mn-ea"/>
                <a:cs typeface="+mn-cs"/>
              </a:rPr>
              <a:t>The ASP.NET 4.6 templates now use Open Id Connect middleware to authenticate to Azure Active Directory (Azure AD) </a:t>
            </a:r>
          </a:p>
          <a:p>
            <a:r>
              <a:rPr lang="en-US" sz="1200" b="0" i="0" kern="1200" dirty="0" smtClean="0">
                <a:solidFill>
                  <a:schemeClr val="tx1"/>
                </a:solidFill>
                <a:effectLst/>
                <a:latin typeface="+mn-lt"/>
                <a:ea typeface="+mn-ea"/>
                <a:cs typeface="+mn-cs"/>
              </a:rPr>
              <a:t>Additionally, when starting a new project and you choose the ‘Individual User Accounts’ option then the templates will provide sample code for two-factor authentication and social logins with ASP.NET Identity 2.2.1.</a:t>
            </a:r>
            <a:endParaRPr lang="en-US" sz="1200" b="0" i="0" kern="1200" baseline="0" dirty="0" smtClean="0">
              <a:solidFill>
                <a:schemeClr val="tx1"/>
              </a:solidFill>
              <a:effectLst/>
              <a:latin typeface="+mn-lt"/>
              <a:ea typeface="+mn-ea"/>
              <a:cs typeface="+mn-cs"/>
            </a:endParaRPr>
          </a:p>
          <a:p>
            <a:endParaRPr lang="en-US" baseline="0" dirty="0" smtClean="0"/>
          </a:p>
          <a:p>
            <a:endParaRPr lang="en-US" baseline="0" dirty="0" smtClean="0"/>
          </a:p>
          <a:p>
            <a:r>
              <a:rPr lang="en-US" baseline="0" dirty="0" smtClean="0"/>
              <a:t>OWIN</a:t>
            </a:r>
          </a:p>
          <a:p>
            <a:endParaRPr lang="en-US" baseline="0" dirty="0" smtClean="0"/>
          </a:p>
          <a:p>
            <a:endParaRPr lang="en-US" baseline="0" dirty="0" smtClean="0"/>
          </a:p>
          <a:p>
            <a:endParaRPr lang="en-US" baseline="0" dirty="0" smtClean="0"/>
          </a:p>
          <a:p>
            <a:r>
              <a:rPr lang="en-US" baseline="0" dirty="0" smtClean="0"/>
              <a:t>Web Form Model Binding:</a:t>
            </a:r>
          </a:p>
          <a:p>
            <a:endParaRPr lang="en-US" baseline="0" dirty="0" smtClean="0"/>
          </a:p>
          <a:p>
            <a:r>
              <a:rPr lang="en-US" sz="1200" b="0" i="0" kern="1200" dirty="0" smtClean="0">
                <a:solidFill>
                  <a:schemeClr val="tx1"/>
                </a:solidFill>
                <a:effectLst/>
                <a:latin typeface="+mn-lt"/>
                <a:ea typeface="+mn-ea"/>
                <a:cs typeface="+mn-cs"/>
              </a:rPr>
              <a:t>With this release, you can add </a:t>
            </a:r>
            <a:r>
              <a:rPr lang="en-US" sz="1200" b="0" i="0" kern="1200" dirty="0" err="1" smtClean="0">
                <a:solidFill>
                  <a:schemeClr val="tx1"/>
                </a:solidFill>
                <a:effectLst/>
                <a:latin typeface="+mn-lt"/>
                <a:ea typeface="+mn-ea"/>
                <a:cs typeface="+mn-cs"/>
              </a:rPr>
              <a:t>async</a:t>
            </a:r>
            <a:r>
              <a:rPr lang="en-US" sz="1200" b="0" i="0" kern="1200" dirty="0" smtClean="0">
                <a:solidFill>
                  <a:schemeClr val="tx1"/>
                </a:solidFill>
                <a:effectLst/>
                <a:latin typeface="+mn-lt"/>
                <a:ea typeface="+mn-ea"/>
                <a:cs typeface="+mn-cs"/>
              </a:rPr>
              <a:t> keywords and return Task objects to your methods.  Now you won’t have to wait quite as long for that database insert or update when posting back to a page.</a:t>
            </a:r>
            <a:endParaRPr lang="en-US" baseline="0" dirty="0" smtClean="0"/>
          </a:p>
          <a:p>
            <a:endParaRPr lang="en-US" baseline="0" dirty="0" smtClean="0"/>
          </a:p>
          <a:p>
            <a:endParaRPr lang="en-US" baseline="0" dirty="0" smtClean="0"/>
          </a:p>
          <a:p>
            <a:r>
              <a:rPr lang="en-US" baseline="0" dirty="0" smtClean="0"/>
              <a:t>HTTP2</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Binary transmission instead of text</a:t>
            </a:r>
          </a:p>
          <a:p>
            <a:pPr fontAlgn="base"/>
            <a:r>
              <a:rPr lang="en-US" sz="1200" b="0" i="0" kern="1200" dirty="0" smtClean="0">
                <a:solidFill>
                  <a:schemeClr val="tx1"/>
                </a:solidFill>
                <a:effectLst/>
                <a:latin typeface="+mn-lt"/>
                <a:ea typeface="+mn-ea"/>
                <a:cs typeface="+mn-cs"/>
              </a:rPr>
              <a:t>Header compression is now used to reduce overhead</a:t>
            </a:r>
          </a:p>
          <a:p>
            <a:pPr fontAlgn="base"/>
            <a:r>
              <a:rPr lang="en-US" sz="1200" b="0" i="0" kern="1200" dirty="0" smtClean="0">
                <a:solidFill>
                  <a:schemeClr val="tx1"/>
                </a:solidFill>
                <a:effectLst/>
                <a:latin typeface="+mn-lt"/>
                <a:ea typeface="+mn-ea"/>
                <a:cs typeface="+mn-cs"/>
              </a:rPr>
              <a:t>Servers can now “push” responses proactively into client caches</a:t>
            </a:r>
          </a:p>
          <a:p>
            <a:endParaRPr lang="en-US" baseline="0" dirty="0" smtClean="0"/>
          </a:p>
          <a:p>
            <a:endParaRPr lang="en-US" baseline="0" dirty="0" smtClean="0"/>
          </a:p>
          <a:p>
            <a:endParaRPr lang="en-US" baseline="0" dirty="0" smtClean="0"/>
          </a:p>
          <a:p>
            <a:r>
              <a:rPr lang="en-US" baseline="0" dirty="0" smtClean="0"/>
              <a:t>Net Complier Platform (“Roslyn”)</a:t>
            </a:r>
          </a:p>
          <a:p>
            <a:endParaRPr lang="en-US" baseline="0" dirty="0" smtClean="0"/>
          </a:p>
          <a:p>
            <a:r>
              <a:rPr lang="en-US" sz="1200" b="0" i="0" kern="1200" dirty="0" smtClean="0">
                <a:solidFill>
                  <a:schemeClr val="tx1"/>
                </a:solidFill>
                <a:effectLst/>
                <a:latin typeface="+mn-lt"/>
                <a:ea typeface="+mn-ea"/>
                <a:cs typeface="+mn-cs"/>
              </a:rPr>
              <a:t>.NET Compiler Platform (“Roslyn”) are available throughout ASP.NET.   Web Forms projects now include </a:t>
            </a:r>
            <a:r>
              <a:rPr lang="en-US" sz="1200" b="0" i="0" kern="1200" dirty="0" err="1" smtClean="0">
                <a:solidFill>
                  <a:schemeClr val="tx1"/>
                </a:solidFill>
                <a:effectLst/>
                <a:latin typeface="+mn-lt"/>
                <a:ea typeface="+mn-ea"/>
                <a:cs typeface="+mn-cs"/>
              </a:rPr>
              <a:t>the</a:t>
            </a:r>
            <a:r>
              <a:rPr lang="en-US" sz="1200" b="0" i="0" u="none" strike="noStrike" kern="1200" dirty="0" err="1" smtClean="0">
                <a:solidFill>
                  <a:schemeClr val="tx1"/>
                </a:solidFill>
                <a:effectLst/>
                <a:latin typeface="+mn-lt"/>
                <a:ea typeface="+mn-ea"/>
                <a:cs typeface="+mn-cs"/>
                <a:hlinkClick r:id="rId3"/>
              </a:rPr>
              <a:t>Microsoft.CodeDom.Providers.DotNetCompilerPlatform</a:t>
            </a:r>
            <a:r>
              <a:rPr lang="en-US" sz="1200" b="0" i="0" kern="1200" dirty="0" smtClean="0">
                <a:solidFill>
                  <a:schemeClr val="tx1"/>
                </a:solidFill>
                <a:effectLst/>
                <a:latin typeface="+mn-lt"/>
                <a:ea typeface="+mn-ea"/>
                <a:cs typeface="+mn-cs"/>
              </a:rPr>
              <a:t> package by default.  This allows the web forms projects to pre-compiler and deliver your web forms projects significantly faster.</a:t>
            </a:r>
            <a:endParaRPr lang="en-US" baseline="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6E8C67A6-C0E7-47DF-97C2-CA9B11275397}" type="slidenum">
              <a:rPr lang="en-US" smtClean="0"/>
              <a:t>7</a:t>
            </a:fld>
            <a:endParaRPr lang="en-US"/>
          </a:p>
        </p:txBody>
      </p:sp>
    </p:spTree>
    <p:extLst>
      <p:ext uri="{BB962C8B-B14F-4D97-AF65-F5344CB8AC3E}">
        <p14:creationId xmlns:p14="http://schemas.microsoft.com/office/powerpoint/2010/main" val="1581628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Here is the previous </a:t>
            </a:r>
            <a:r>
              <a:rPr lang="en-US" dirty="0" err="1" smtClean="0"/>
              <a:t>ASP.Net</a:t>
            </a:r>
            <a:r>
              <a:rPr lang="en-US" baseline="0" dirty="0" smtClean="0"/>
              <a:t> platform model for how developers could build their sites.</a:t>
            </a:r>
            <a:endParaRPr lang="en-US" dirty="0" smtClean="0"/>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981007E-56B8-4E4D-80F8-EC068B80625A}"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107506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With</a:t>
            </a:r>
            <a:r>
              <a:rPr lang="en-US" baseline="0" dirty="0" smtClean="0"/>
              <a:t> the recent release you know have the flexibility to use whatever technology  such as Node.js , or Bower or AngularJS.</a:t>
            </a:r>
            <a:endParaRPr lang="en-US" dirty="0" smtClean="0"/>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981007E-56B8-4E4D-80F8-EC068B80625A}"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1884345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So now</a:t>
            </a:r>
            <a:r>
              <a:rPr lang="en-US" baseline="0" dirty="0" smtClean="0"/>
              <a:t> developer have even more flexibility to leverage the right technology for their applications.</a:t>
            </a:r>
            <a:endParaRPr lang="en-US" dirty="0" smtClean="0"/>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981007E-56B8-4E4D-80F8-EC068B80625A}"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1634351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Visual Studio 2013 and ASP.NET 4.5 merged the different project</a:t>
            </a:r>
            <a:r>
              <a:rPr lang="en-US" baseline="0" dirty="0" smtClean="0"/>
              <a:t> types, so you really could create an ASP.NET project with Web Forms, MVC and Web API easily.</a:t>
            </a:r>
            <a:endParaRPr lang="en-US" dirty="0"/>
          </a:p>
        </p:txBody>
      </p:sp>
      <p:sp>
        <p:nvSpPr>
          <p:cNvPr id="4" name="Slide Number Placeholder 3"/>
          <p:cNvSpPr>
            <a:spLocks noGrp="1"/>
          </p:cNvSpPr>
          <p:nvPr>
            <p:ph type="sldNum" sz="quarter" idx="10"/>
          </p:nvPr>
        </p:nvSpPr>
        <p:spPr/>
        <p:txBody>
          <a:bodyPr/>
          <a:lstStyle/>
          <a:p>
            <a:fld id="{6E8C67A6-C0E7-47DF-97C2-CA9B11275397}" type="slidenum">
              <a:rPr lang="en-US" smtClean="0"/>
              <a:t>11</a:t>
            </a:fld>
            <a:endParaRPr lang="en-US"/>
          </a:p>
        </p:txBody>
      </p:sp>
    </p:spTree>
    <p:extLst>
      <p:ext uri="{BB962C8B-B14F-4D97-AF65-F5344CB8AC3E}">
        <p14:creationId xmlns:p14="http://schemas.microsoft.com/office/powerpoint/2010/main" val="2983796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Okay, in a way, we’re sort of back to</a:t>
            </a:r>
            <a:r>
              <a:rPr lang="en-US" baseline="0" dirty="0" smtClean="0"/>
              <a:t> two ASP.NETs with Visual Studio 2015. ASP.NET 5 introduces some breaking changes and doesn’t support Web Forms, so a separate template type.</a:t>
            </a:r>
          </a:p>
          <a:p>
            <a:endParaRPr lang="en-US" baseline="0" dirty="0" smtClean="0"/>
          </a:p>
          <a:p>
            <a:r>
              <a:rPr lang="en-US" baseline="0" dirty="0" smtClean="0"/>
              <a:t>However, the momentum of One ASP.NET has continued with ASP.NET 5. Because MVC and Web API have merged in ASP.NET 5, there are fewer project types in the ASP.NET Preview Templates.</a:t>
            </a:r>
            <a:endParaRPr lang="en-US" dirty="0"/>
          </a:p>
        </p:txBody>
      </p:sp>
      <p:sp>
        <p:nvSpPr>
          <p:cNvPr id="4" name="Slide Number Placeholder 3"/>
          <p:cNvSpPr>
            <a:spLocks noGrp="1"/>
          </p:cNvSpPr>
          <p:nvPr>
            <p:ph type="sldNum" sz="quarter" idx="10"/>
          </p:nvPr>
        </p:nvSpPr>
        <p:spPr/>
        <p:txBody>
          <a:bodyPr/>
          <a:lstStyle/>
          <a:p>
            <a:fld id="{6E8C67A6-C0E7-47DF-97C2-CA9B11275397}" type="slidenum">
              <a:rPr lang="en-US" smtClean="0"/>
              <a:t>12</a:t>
            </a:fld>
            <a:endParaRPr lang="en-US"/>
          </a:p>
        </p:txBody>
      </p:sp>
    </p:spTree>
    <p:extLst>
      <p:ext uri="{BB962C8B-B14F-4D97-AF65-F5344CB8AC3E}">
        <p14:creationId xmlns:p14="http://schemas.microsoft.com/office/powerpoint/2010/main" val="396600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r>
              <a:rPr lang="en-GB" dirty="0" smtClean="0">
                <a:solidFill>
                  <a:schemeClr val="tx2"/>
                </a:solidFill>
                <a:latin typeface="Segoe" pitchFamily="34" charset="0"/>
              </a:rPr>
              <a:t>It allows</a:t>
            </a:r>
            <a:r>
              <a:rPr lang="en-GB" baseline="0" dirty="0" smtClean="0">
                <a:solidFill>
                  <a:schemeClr val="tx2"/>
                </a:solidFill>
                <a:latin typeface="Segoe" pitchFamily="34" charset="0"/>
              </a:rPr>
              <a:t> you to build you to a application that looks great on the desktop browser as while as a mobile device.</a:t>
            </a:r>
          </a:p>
          <a:p>
            <a:endParaRPr lang="en-GB" baseline="0" dirty="0" smtClean="0">
              <a:solidFill>
                <a:schemeClr val="tx2"/>
              </a:solidFill>
              <a:latin typeface="Segoe" pitchFamily="34" charset="0"/>
            </a:endParaRPr>
          </a:p>
          <a:p>
            <a:r>
              <a:rPr lang="en-GB" baseline="0" dirty="0" smtClean="0">
                <a:solidFill>
                  <a:schemeClr val="tx2"/>
                </a:solidFill>
                <a:latin typeface="Segoe" pitchFamily="34" charset="0"/>
              </a:rPr>
              <a:t>The </a:t>
            </a:r>
            <a:r>
              <a:rPr lang="en-GB" baseline="0" dirty="0" err="1" smtClean="0">
                <a:solidFill>
                  <a:schemeClr val="tx2"/>
                </a:solidFill>
                <a:latin typeface="Segoe" pitchFamily="34" charset="0"/>
              </a:rPr>
              <a:t>ASP.Net</a:t>
            </a:r>
            <a:r>
              <a:rPr lang="en-GB" baseline="0" dirty="0" smtClean="0">
                <a:solidFill>
                  <a:schemeClr val="tx2"/>
                </a:solidFill>
                <a:latin typeface="Segoe" pitchFamily="34" charset="0"/>
              </a:rPr>
              <a:t> team has added more features to make it easier to add Bootstrap elements to your applications </a:t>
            </a:r>
            <a:r>
              <a:rPr lang="en-GB" baseline="0" dirty="0" err="1" smtClean="0">
                <a:solidFill>
                  <a:schemeClr val="tx2"/>
                </a:solidFill>
                <a:latin typeface="Segoe" pitchFamily="34" charset="0"/>
              </a:rPr>
              <a:t>markup</a:t>
            </a:r>
            <a:r>
              <a:rPr lang="en-GB" baseline="0" dirty="0" smtClean="0">
                <a:solidFill>
                  <a:schemeClr val="tx2"/>
                </a:solidFill>
                <a:latin typeface="Segoe" pitchFamily="34" charset="0"/>
              </a:rPr>
              <a:t> files.</a:t>
            </a:r>
          </a:p>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13</a:t>
            </a:fld>
            <a:endParaRPr lang="en-US" dirty="0"/>
          </a:p>
        </p:txBody>
      </p:sp>
    </p:spTree>
    <p:extLst>
      <p:ext uri="{BB962C8B-B14F-4D97-AF65-F5344CB8AC3E}">
        <p14:creationId xmlns:p14="http://schemas.microsoft.com/office/powerpoint/2010/main" val="704835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introduces these features at</a:t>
            </a:r>
            <a:r>
              <a:rPr lang="en-US" baseline="0" dirty="0" smtClean="0"/>
              <a:t> a high level. The demo for these features is included in the next section.</a:t>
            </a:r>
          </a:p>
          <a:p>
            <a:endParaRPr lang="en-US" baseline="0" dirty="0" smtClean="0"/>
          </a:p>
          <a:p>
            <a:r>
              <a:rPr lang="en-US" sz="1200" b="1" i="0" kern="1200" dirty="0" smtClean="0">
                <a:solidFill>
                  <a:schemeClr val="tx1"/>
                </a:solidFill>
                <a:effectLst/>
                <a:latin typeface="+mn-lt"/>
                <a:ea typeface="+mn-ea"/>
                <a:cs typeface="+mn-cs"/>
              </a:rPr>
              <a:t>OWIN</a:t>
            </a:r>
            <a:r>
              <a:rPr lang="en-US" sz="1200" b="0" i="0" kern="1200" dirty="0" smtClean="0">
                <a:solidFill>
                  <a:schemeClr val="tx1"/>
                </a:solidFill>
                <a:effectLst/>
                <a:latin typeface="+mn-lt"/>
                <a:ea typeface="+mn-ea"/>
                <a:cs typeface="+mn-cs"/>
              </a:rPr>
              <a:t>: An open web interface which describes how ASP.NET applications interface with IIS (and potentially other servers).</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Katana</a:t>
            </a:r>
            <a:r>
              <a:rPr lang="en-US" sz="1200" b="0" i="0" kern="1200" dirty="0" smtClean="0">
                <a:solidFill>
                  <a:schemeClr val="tx1"/>
                </a:solidFill>
                <a:effectLst/>
                <a:latin typeface="+mn-lt"/>
                <a:ea typeface="+mn-ea"/>
                <a:cs typeface="+mn-cs"/>
              </a:rPr>
              <a:t>: Microsoft’s implementation of OWIN; essentially </a:t>
            </a:r>
            <a:r>
              <a:rPr lang="en-US" sz="1200" b="1" i="0" kern="1200" dirty="0" smtClean="0">
                <a:solidFill>
                  <a:schemeClr val="tx1"/>
                </a:solidFill>
                <a:effectLst/>
                <a:latin typeface="+mn-lt"/>
                <a:ea typeface="+mn-ea"/>
                <a:cs typeface="+mn-cs"/>
              </a:rPr>
              <a:t>it lets MVC, Web API, and SignalR run without the full ASP.NET stack</a:t>
            </a:r>
            <a:r>
              <a:rPr lang="en-US" sz="1200" b="0" i="0" kern="1200" dirty="0" smtClean="0">
                <a:solidFill>
                  <a:schemeClr val="tx1"/>
                </a:solidFill>
                <a:effectLst/>
                <a:latin typeface="+mn-lt"/>
                <a:ea typeface="+mn-ea"/>
                <a:cs typeface="+mn-cs"/>
              </a:rPr>
              <a:t>, </a:t>
            </a:r>
          </a:p>
          <a:p>
            <a:r>
              <a:rPr lang="en-US" sz="1200" b="0" i="0" kern="1200" dirty="0" smtClean="0">
                <a:solidFill>
                  <a:schemeClr val="tx1"/>
                </a:solidFill>
                <a:effectLst/>
                <a:latin typeface="+mn-lt"/>
                <a:ea typeface="+mn-ea"/>
                <a:cs typeface="+mn-cs"/>
              </a:rPr>
              <a:t>so it’s much more lightweight.  Katana can be run on top of IIS or ‘self hosted’ without IIS.</a:t>
            </a: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6D04415-B59E-4C7B-B9F3-190CA9C2CD82}"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4278637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http://www.asp.net/web-forms/overview/presenting-and-managing-data/model-binding/retrieving-data</a:t>
            </a: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6D04415-B59E-4C7B-B9F3-190CA9C2CD82}"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945053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https://channel9.msdn.com/Events/Visual-Studio/Connect-event-2014/812?ocid=player</a:t>
            </a: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6D04415-B59E-4C7B-B9F3-190CA9C2CD82}"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3908745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https://channel9.msdn.com/Events/Visual-Studio/Connect-event-2014/812?ocid=player</a:t>
            </a: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6D04415-B59E-4C7B-B9F3-190CA9C2CD82}"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11532346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Net Complier Platform (“Roslyn”)</a:t>
            </a:r>
          </a:p>
          <a:p>
            <a:endParaRPr lang="en-US" baseline="0" dirty="0" smtClean="0"/>
          </a:p>
          <a:p>
            <a:r>
              <a:rPr lang="en-US" sz="1200" b="0" i="0" kern="1200" dirty="0" smtClean="0">
                <a:solidFill>
                  <a:schemeClr val="tx1"/>
                </a:solidFill>
                <a:effectLst/>
                <a:latin typeface="+mn-lt"/>
                <a:ea typeface="+mn-ea"/>
                <a:cs typeface="+mn-cs"/>
              </a:rPr>
              <a:t>.NET Compiler Platform (“Roslyn”) are available throughout ASP.NET.   Web Forms projects now include </a:t>
            </a:r>
            <a:r>
              <a:rPr lang="en-US" sz="1200" b="0" i="0" kern="1200" dirty="0" err="1" smtClean="0">
                <a:solidFill>
                  <a:schemeClr val="tx1"/>
                </a:solidFill>
                <a:effectLst/>
                <a:latin typeface="+mn-lt"/>
                <a:ea typeface="+mn-ea"/>
                <a:cs typeface="+mn-cs"/>
              </a:rPr>
              <a:t>the</a:t>
            </a:r>
            <a:r>
              <a:rPr lang="en-US" sz="1200" b="0" i="0" u="none" strike="noStrike" kern="1200" dirty="0" err="1" smtClean="0">
                <a:solidFill>
                  <a:schemeClr val="tx1"/>
                </a:solidFill>
                <a:effectLst/>
                <a:latin typeface="+mn-lt"/>
                <a:ea typeface="+mn-ea"/>
                <a:cs typeface="+mn-cs"/>
                <a:hlinkClick r:id="rId3"/>
              </a:rPr>
              <a:t>Microsoft.CodeDom.Providers.DotNetCompilerPlatform</a:t>
            </a:r>
            <a:r>
              <a:rPr lang="en-US" sz="1200" b="0" i="0" kern="1200" dirty="0" smtClean="0">
                <a:solidFill>
                  <a:schemeClr val="tx1"/>
                </a:solidFill>
                <a:effectLst/>
                <a:latin typeface="+mn-lt"/>
                <a:ea typeface="+mn-ea"/>
                <a:cs typeface="+mn-cs"/>
              </a:rPr>
              <a:t> package by default.  This allows the web forms projects to pre-compiler and deliver your web forms projects significantly faster.</a:t>
            </a:r>
            <a:endParaRPr lang="en-US" baseline="0" dirty="0" smtClean="0"/>
          </a:p>
          <a:p>
            <a:endParaRPr lang="en-US" dirty="0" smtClean="0"/>
          </a:p>
          <a:p>
            <a:endParaRPr lang="en-US" dirty="0" smtClean="0"/>
          </a:p>
          <a:p>
            <a:endParaRPr lang="en-CA" dirty="0"/>
          </a:p>
        </p:txBody>
      </p:sp>
      <p:sp>
        <p:nvSpPr>
          <p:cNvPr id="4" name="Slide Number Placeholder 3"/>
          <p:cNvSpPr>
            <a:spLocks noGrp="1"/>
          </p:cNvSpPr>
          <p:nvPr>
            <p:ph type="sldNum" sz="quarter" idx="10"/>
          </p:nvPr>
        </p:nvSpPr>
        <p:spPr/>
        <p:txBody>
          <a:bodyPr/>
          <a:lstStyle/>
          <a:p>
            <a:fld id="{6E8C67A6-C0E7-47DF-97C2-CA9B11275397}" type="slidenum">
              <a:rPr lang="en-US" smtClean="0"/>
              <a:t>18</a:t>
            </a:fld>
            <a:endParaRPr lang="en-US"/>
          </a:p>
        </p:txBody>
      </p:sp>
    </p:spTree>
    <p:extLst>
      <p:ext uri="{BB962C8B-B14F-4D97-AF65-F5344CB8AC3E}">
        <p14:creationId xmlns:p14="http://schemas.microsoft.com/office/powerpoint/2010/main" val="8887211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Let’s take a look now at Visual</a:t>
            </a:r>
            <a:r>
              <a:rPr lang="en-US" baseline="0" dirty="0" smtClean="0"/>
              <a:t> Studio Web Tools available to us.</a:t>
            </a:r>
            <a:endParaRPr lang="en-US" dirty="0" smtClean="0"/>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A9970F64-953B-405E-BC1E-CCCF6619DB06}"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3250009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Web Essentials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Extends Visual Studio with a lot of new features that web developers have been missing for many years.</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Browser Link</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Introduced</a:t>
            </a:r>
            <a:r>
              <a:rPr lang="en-US" sz="1200" b="0" i="0" kern="1200" baseline="0" dirty="0" smtClean="0">
                <a:solidFill>
                  <a:schemeClr val="tx1"/>
                </a:solidFill>
                <a:effectLst/>
                <a:latin typeface="+mn-lt"/>
                <a:ea typeface="+mn-ea"/>
                <a:cs typeface="+mn-cs"/>
              </a:rPr>
              <a:t> in VS2013, </a:t>
            </a:r>
            <a:r>
              <a:rPr lang="en-US" sz="1200" b="0" i="0" kern="1200" dirty="0" smtClean="0">
                <a:solidFill>
                  <a:schemeClr val="tx1"/>
                </a:solidFill>
                <a:effectLst/>
                <a:latin typeface="+mn-lt"/>
                <a:ea typeface="+mn-ea"/>
                <a:cs typeface="+mn-cs"/>
              </a:rPr>
              <a:t>Creates a communication channel between the development environment and one or more web browsers. You can use Browser Link to refresh your web application in several browsers at once, which is useful for cross-browser testing.</a:t>
            </a:r>
            <a:endParaRPr lang="en-US" sz="1200" b="1"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NPM (Node Package Manager)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Synonymous with </a:t>
            </a:r>
            <a:r>
              <a:rPr lang="en-US" sz="1200" b="0" i="0" kern="1200" dirty="0" err="1" smtClean="0">
                <a:solidFill>
                  <a:schemeClr val="tx1"/>
                </a:solidFill>
                <a:effectLst/>
                <a:latin typeface="+mn-lt"/>
                <a:ea typeface="+mn-ea"/>
                <a:cs typeface="+mn-cs"/>
              </a:rPr>
              <a:t>Nuget</a:t>
            </a:r>
            <a:r>
              <a:rPr lang="en-US" sz="1200" b="0" i="0" kern="1200" dirty="0" smtClean="0">
                <a:solidFill>
                  <a:schemeClr val="tx1"/>
                </a:solidFill>
                <a:effectLst/>
                <a:latin typeface="+mn-lt"/>
                <a:ea typeface="+mn-ea"/>
                <a:cs typeface="+mn-cs"/>
              </a:rPr>
              <a:t>,</a:t>
            </a:r>
            <a:r>
              <a:rPr lang="en-US" sz="1200" b="0" i="0" kern="1200" baseline="0" dirty="0" smtClean="0">
                <a:solidFill>
                  <a:schemeClr val="tx1"/>
                </a:solidFill>
                <a:effectLst/>
                <a:latin typeface="+mn-lt"/>
                <a:ea typeface="+mn-ea"/>
                <a:cs typeface="+mn-cs"/>
              </a:rPr>
              <a:t> but for the client web technologies</a:t>
            </a:r>
            <a:endParaRPr lang="en-US" sz="1200" b="1"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JSON Editor Improvements</a:t>
            </a:r>
          </a:p>
          <a:p>
            <a:r>
              <a:rPr lang="en-US" sz="1200" b="0" i="0" kern="1200" dirty="0" smtClean="0">
                <a:solidFill>
                  <a:schemeClr val="tx1"/>
                </a:solidFill>
                <a:effectLst/>
                <a:latin typeface="+mn-lt"/>
                <a:ea typeface="+mn-ea"/>
                <a:cs typeface="+mn-cs"/>
              </a:rPr>
              <a:t>JSON Schema validation</a:t>
            </a:r>
          </a:p>
          <a:p>
            <a:r>
              <a:rPr lang="en-US" sz="1200" b="0" i="0" kern="1200" dirty="0" err="1" smtClean="0">
                <a:solidFill>
                  <a:schemeClr val="tx1"/>
                </a:solidFill>
                <a:effectLst/>
                <a:latin typeface="+mn-lt"/>
                <a:ea typeface="+mn-ea"/>
                <a:cs typeface="+mn-cs"/>
              </a:rPr>
              <a:t>Intellisense</a:t>
            </a:r>
            <a:r>
              <a:rPr lang="en-US" sz="1200" b="0" i="0" kern="1200" dirty="0" smtClean="0">
                <a:solidFill>
                  <a:schemeClr val="tx1"/>
                </a:solidFill>
                <a:effectLst/>
                <a:latin typeface="+mn-lt"/>
                <a:ea typeface="+mn-ea"/>
                <a:cs typeface="+mn-cs"/>
              </a:rPr>
              <a:t> for </a:t>
            </a:r>
            <a:r>
              <a:rPr lang="en-US" sz="1200" b="0" i="0" kern="1200" dirty="0" err="1" smtClean="0">
                <a:solidFill>
                  <a:schemeClr val="tx1"/>
                </a:solidFill>
                <a:effectLst/>
                <a:latin typeface="+mn-lt"/>
                <a:ea typeface="+mn-ea"/>
                <a:cs typeface="+mn-cs"/>
              </a:rPr>
              <a:t>bower.json</a:t>
            </a:r>
            <a:r>
              <a:rPr lang="en-US" sz="1200" b="0" i="0" kern="1200" dirty="0" smtClean="0">
                <a:solidFill>
                  <a:schemeClr val="tx1"/>
                </a:solidFill>
                <a:effectLst/>
                <a:latin typeface="+mn-lt"/>
                <a:ea typeface="+mn-ea"/>
                <a:cs typeface="+mn-cs"/>
              </a:rPr>
              <a:t> and </a:t>
            </a:r>
            <a:r>
              <a:rPr lang="en-US" sz="1200" b="0" i="0" kern="1200" dirty="0" err="1" smtClean="0">
                <a:solidFill>
                  <a:schemeClr val="tx1"/>
                </a:solidFill>
                <a:effectLst/>
                <a:latin typeface="+mn-lt"/>
                <a:ea typeface="+mn-ea"/>
                <a:cs typeface="+mn-cs"/>
              </a:rPr>
              <a:t>package.json</a:t>
            </a:r>
            <a:r>
              <a:rPr lang="en-US" sz="1200" b="0" i="0" kern="1200" dirty="0" smtClean="0">
                <a:solidFill>
                  <a:schemeClr val="tx1"/>
                </a:solidFill>
                <a:effectLst/>
                <a:latin typeface="+mn-lt"/>
                <a:ea typeface="+mn-ea"/>
                <a:cs typeface="+mn-cs"/>
              </a:rPr>
              <a:t> configuration files</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HTML Editor Improvements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Better client template formatting with regards to the double-curly brace syntax.  {{…}} </a:t>
            </a:r>
          </a:p>
          <a:p>
            <a:r>
              <a:rPr lang="en-US" sz="1200" b="0" i="0" kern="1200" dirty="0" smtClean="0">
                <a:solidFill>
                  <a:schemeClr val="tx1"/>
                </a:solidFill>
                <a:effectLst/>
                <a:latin typeface="+mn-lt"/>
                <a:ea typeface="+mn-ea"/>
                <a:cs typeface="+mn-cs"/>
              </a:rPr>
              <a:t>This is a great benefit for developers using Angular, Handlebars, Mustache, and other double-curly brace templates.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Improvements to support web components and other custom elements.  Custom elements will not be marked as invalid and the editor support the &lt;link </a:t>
            </a:r>
            <a:r>
              <a:rPr lang="en-US" sz="1200" b="0" i="0" kern="1200" dirty="0" err="1" smtClean="0">
                <a:solidFill>
                  <a:schemeClr val="tx1"/>
                </a:solidFill>
                <a:effectLst/>
                <a:latin typeface="+mn-lt"/>
                <a:ea typeface="+mn-ea"/>
                <a:cs typeface="+mn-cs"/>
              </a:rPr>
              <a:t>rel</a:t>
            </a:r>
            <a:r>
              <a:rPr lang="en-US" sz="1200" b="0" i="0" kern="1200" dirty="0" smtClean="0">
                <a:solidFill>
                  <a:schemeClr val="tx1"/>
                </a:solidFill>
                <a:effectLst/>
                <a:latin typeface="+mn-lt"/>
                <a:ea typeface="+mn-ea"/>
                <a:cs typeface="+mn-cs"/>
              </a:rPr>
              <a:t>=”import”&gt; tag for web components. </a:t>
            </a:r>
          </a:p>
          <a:p>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JavaScript editor improvements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AngularJS support with </a:t>
            </a:r>
            <a:r>
              <a:rPr lang="en-US" sz="1200" b="0" i="0" kern="1200" dirty="0" err="1" smtClean="0">
                <a:solidFill>
                  <a:schemeClr val="tx1"/>
                </a:solidFill>
                <a:effectLst/>
                <a:latin typeface="+mn-lt"/>
                <a:ea typeface="+mn-ea"/>
                <a:cs typeface="+mn-cs"/>
              </a:rPr>
              <a:t>intellisense</a:t>
            </a:r>
            <a:r>
              <a:rPr lang="en-US" sz="1200" b="0" i="0" kern="1200" dirty="0" smtClean="0">
                <a:solidFill>
                  <a:schemeClr val="tx1"/>
                </a:solidFill>
                <a:effectLst/>
                <a:latin typeface="+mn-lt"/>
                <a:ea typeface="+mn-ea"/>
                <a:cs typeface="+mn-cs"/>
              </a:rPr>
              <a:t> for angular controllers, services, factories, directives, and animations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New Navigation bar to help in moving between major elements in your script</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6E8C67A6-C0E7-47DF-97C2-CA9B11275397}" type="slidenum">
              <a:rPr lang="en-US" smtClean="0"/>
              <a:t>20</a:t>
            </a:fld>
            <a:endParaRPr lang="en-US"/>
          </a:p>
        </p:txBody>
      </p:sp>
    </p:spTree>
    <p:extLst>
      <p:ext uri="{BB962C8B-B14F-4D97-AF65-F5344CB8AC3E}">
        <p14:creationId xmlns:p14="http://schemas.microsoft.com/office/powerpoint/2010/main" val="21898691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smtClean="0">
                <a:solidFill>
                  <a:schemeClr val="tx1"/>
                </a:solidFill>
                <a:effectLst/>
                <a:latin typeface="+mn-lt"/>
                <a:ea typeface="+mn-ea"/>
                <a:cs typeface="+mn-cs"/>
              </a:rPr>
              <a:t>Mads Kristensen</a:t>
            </a:r>
          </a:p>
          <a:p>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Created by </a:t>
            </a:r>
            <a:r>
              <a:rPr lang="en-US" sz="1200" b="1" i="0" kern="1200" dirty="0" smtClean="0">
                <a:solidFill>
                  <a:schemeClr val="tx1"/>
                </a:solidFill>
                <a:effectLst/>
                <a:latin typeface="+mn-lt"/>
                <a:ea typeface="+mn-ea"/>
                <a:cs typeface="+mn-cs"/>
              </a:rPr>
              <a:t>Mads Kristensen</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extends Visual Studio with a lot of new features that web developers have been missing for many years.</a:t>
            </a:r>
            <a:endParaRPr lang="en-US" dirty="0" smtClean="0"/>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042E64AC-1CE6-49D9-84F1-EA66C04C420D}"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8581800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Browser Link</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Introduced</a:t>
            </a:r>
            <a:r>
              <a:rPr lang="en-US" sz="1200" b="0" i="0" kern="1200" baseline="0" dirty="0" smtClean="0">
                <a:solidFill>
                  <a:schemeClr val="tx1"/>
                </a:solidFill>
                <a:effectLst/>
                <a:latin typeface="+mn-lt"/>
                <a:ea typeface="+mn-ea"/>
                <a:cs typeface="+mn-cs"/>
              </a:rPr>
              <a:t> in VS2013, </a:t>
            </a:r>
            <a:r>
              <a:rPr lang="en-US" sz="1200" b="0" i="0" kern="1200" dirty="0" smtClean="0">
                <a:solidFill>
                  <a:schemeClr val="tx1"/>
                </a:solidFill>
                <a:effectLst/>
                <a:latin typeface="+mn-lt"/>
                <a:ea typeface="+mn-ea"/>
                <a:cs typeface="+mn-cs"/>
              </a:rPr>
              <a:t>Creates a communication channel between the development environment and one or more web browsers. You can use Browser Link to refresh your web application in several browsers at once, which is useful for cross-browser testing.</a:t>
            </a:r>
            <a:endParaRPr lang="en-US" sz="1200" b="1" i="0" kern="1200" dirty="0" smtClean="0">
              <a:solidFill>
                <a:schemeClr val="tx1"/>
              </a:solidFill>
              <a:effectLst/>
              <a:latin typeface="+mn-lt"/>
              <a:ea typeface="+mn-ea"/>
              <a:cs typeface="+mn-cs"/>
            </a:endParaRPr>
          </a:p>
          <a:p>
            <a:endParaRPr lang="en-US" dirty="0" smtClean="0"/>
          </a:p>
          <a:p>
            <a:endParaRPr lang="en-CA" dirty="0"/>
          </a:p>
        </p:txBody>
      </p:sp>
      <p:sp>
        <p:nvSpPr>
          <p:cNvPr id="4" name="Slide Number Placeholder 3"/>
          <p:cNvSpPr>
            <a:spLocks noGrp="1"/>
          </p:cNvSpPr>
          <p:nvPr>
            <p:ph type="sldNum" sz="quarter" idx="10"/>
          </p:nvPr>
        </p:nvSpPr>
        <p:spPr/>
        <p:txBody>
          <a:bodyPr/>
          <a:lstStyle/>
          <a:p>
            <a:fld id="{6E8C67A6-C0E7-47DF-97C2-CA9B11275397}" type="slidenum">
              <a:rPr lang="en-US" smtClean="0"/>
              <a:t>22</a:t>
            </a:fld>
            <a:endParaRPr lang="en-US"/>
          </a:p>
        </p:txBody>
      </p:sp>
    </p:spTree>
    <p:extLst>
      <p:ext uri="{BB962C8B-B14F-4D97-AF65-F5344CB8AC3E}">
        <p14:creationId xmlns:p14="http://schemas.microsoft.com/office/powerpoint/2010/main" val="2562688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NPM (Node Package Manager)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Synonymous with </a:t>
            </a:r>
            <a:r>
              <a:rPr lang="en-US" sz="1200" b="0" i="0" kern="1200" dirty="0" err="1" smtClean="0">
                <a:solidFill>
                  <a:schemeClr val="tx1"/>
                </a:solidFill>
                <a:effectLst/>
                <a:latin typeface="+mn-lt"/>
                <a:ea typeface="+mn-ea"/>
                <a:cs typeface="+mn-cs"/>
              </a:rPr>
              <a:t>Nuget</a:t>
            </a:r>
            <a:r>
              <a:rPr lang="en-US" sz="1200" b="0" i="0" kern="1200" dirty="0" smtClean="0">
                <a:solidFill>
                  <a:schemeClr val="tx1"/>
                </a:solidFill>
                <a:effectLst/>
                <a:latin typeface="+mn-lt"/>
                <a:ea typeface="+mn-ea"/>
                <a:cs typeface="+mn-cs"/>
              </a:rPr>
              <a:t>,</a:t>
            </a:r>
            <a:r>
              <a:rPr lang="en-US" sz="1200" b="0" i="0" kern="1200" baseline="0" dirty="0" smtClean="0">
                <a:solidFill>
                  <a:schemeClr val="tx1"/>
                </a:solidFill>
                <a:effectLst/>
                <a:latin typeface="+mn-lt"/>
                <a:ea typeface="+mn-ea"/>
                <a:cs typeface="+mn-cs"/>
              </a:rPr>
              <a:t> but for the client web technologies</a:t>
            </a:r>
            <a:endParaRPr lang="en-US" sz="1200" b="1" i="0" kern="1200" dirty="0" smtClean="0">
              <a:solidFill>
                <a:schemeClr val="tx1"/>
              </a:solidFill>
              <a:effectLst/>
              <a:latin typeface="+mn-lt"/>
              <a:ea typeface="+mn-ea"/>
              <a:cs typeface="+mn-cs"/>
            </a:endParaRPr>
          </a:p>
          <a:p>
            <a:endParaRPr lang="en-US" dirty="0" smtClean="0"/>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042E64AC-1CE6-49D9-84F1-EA66C04C420D}"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5717999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dirty="0" smtClean="0">
                <a:solidFill>
                  <a:schemeClr val="tx1"/>
                </a:solidFill>
                <a:effectLst/>
                <a:latin typeface="+mn-lt"/>
                <a:ea typeface="+mn-ea"/>
                <a:cs typeface="+mn-cs"/>
                <a:hlinkClick r:id="rId3"/>
              </a:rPr>
              <a:t>Bower</a:t>
            </a:r>
            <a:r>
              <a:rPr lang="en-US" sz="1200" b="0" i="0" kern="1200" dirty="0" smtClean="0">
                <a:solidFill>
                  <a:schemeClr val="tx1"/>
                </a:solidFill>
                <a:effectLst/>
                <a:latin typeface="+mn-lt"/>
                <a:ea typeface="+mn-ea"/>
                <a:cs typeface="+mn-cs"/>
              </a:rPr>
              <a:t> </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As a client-side package manager. That means that packages like jQuery, Bootstrap and Angular will no longer be referenced using </a:t>
            </a:r>
            <a:r>
              <a:rPr lang="en-US" sz="1200" b="0" i="0" kern="1200" dirty="0" err="1" smtClean="0">
                <a:solidFill>
                  <a:schemeClr val="tx1"/>
                </a:solidFill>
                <a:effectLst/>
                <a:latin typeface="+mn-lt"/>
                <a:ea typeface="+mn-ea"/>
                <a:cs typeface="+mn-cs"/>
              </a:rPr>
              <a:t>NuGet</a:t>
            </a:r>
            <a:r>
              <a:rPr lang="en-US" sz="1200" b="0" i="0" kern="1200" dirty="0" smtClean="0">
                <a:solidFill>
                  <a:schemeClr val="tx1"/>
                </a:solidFill>
                <a:effectLst/>
                <a:latin typeface="+mn-lt"/>
                <a:ea typeface="+mn-ea"/>
                <a:cs typeface="+mn-cs"/>
              </a:rPr>
              <a:t>. </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web development world has largely settled on Bower as the </a:t>
            </a:r>
            <a:r>
              <a:rPr lang="en-US" sz="1200" b="0" i="0" kern="1200" dirty="0" err="1" smtClean="0">
                <a:solidFill>
                  <a:schemeClr val="tx1"/>
                </a:solidFill>
                <a:effectLst/>
                <a:latin typeface="+mn-lt"/>
                <a:ea typeface="+mn-ea"/>
                <a:cs typeface="+mn-cs"/>
              </a:rPr>
              <a:t>defacto</a:t>
            </a:r>
            <a:r>
              <a:rPr lang="en-US" sz="1200" b="0" i="0" kern="1200" dirty="0" smtClean="0">
                <a:solidFill>
                  <a:schemeClr val="tx1"/>
                </a:solidFill>
                <a:effectLst/>
                <a:latin typeface="+mn-lt"/>
                <a:ea typeface="+mn-ea"/>
                <a:cs typeface="+mn-cs"/>
              </a:rPr>
              <a:t> package manager for client side libraries</a:t>
            </a:r>
            <a:endParaRPr lang="en-US" dirty="0" smtClean="0"/>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042E64AC-1CE6-49D9-84F1-EA66C04C420D}"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42017034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Client side build system</a:t>
            </a:r>
            <a:r>
              <a:rPr lang="en-US" sz="1200" b="0" i="0" kern="1200" baseline="0" dirty="0" smtClean="0">
                <a:solidFill>
                  <a:schemeClr val="tx1"/>
                </a:solidFill>
                <a:effectLst/>
                <a:latin typeface="+mn-lt"/>
                <a:ea typeface="+mn-ea"/>
                <a:cs typeface="+mn-cs"/>
              </a:rPr>
              <a:t> for your </a:t>
            </a:r>
            <a:r>
              <a:rPr lang="en-US" sz="1200" b="0" i="0" kern="1200" baseline="0" dirty="0" err="1" smtClean="0">
                <a:solidFill>
                  <a:schemeClr val="tx1"/>
                </a:solidFill>
                <a:effectLst/>
                <a:latin typeface="+mn-lt"/>
                <a:ea typeface="+mn-ea"/>
                <a:cs typeface="+mn-cs"/>
              </a:rPr>
              <a:t>javascript</a:t>
            </a:r>
            <a:r>
              <a:rPr lang="en-US" sz="1200" b="0" i="0" kern="1200" baseline="0" dirty="0" smtClean="0">
                <a:solidFill>
                  <a:schemeClr val="tx1"/>
                </a:solidFill>
                <a:effectLst/>
                <a:latin typeface="+mn-lt"/>
                <a:ea typeface="+mn-ea"/>
                <a:cs typeface="+mn-cs"/>
              </a:rPr>
              <a:t> client side packages.</a:t>
            </a:r>
            <a:endParaRPr lang="en-US" dirty="0" smtClean="0"/>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042E64AC-1CE6-49D9-84F1-EA66C04C420D}"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2786807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JSON Editor Improvements</a:t>
            </a:r>
          </a:p>
          <a:p>
            <a:r>
              <a:rPr lang="en-US" sz="1200" b="0" i="0" kern="1200" dirty="0" smtClean="0">
                <a:solidFill>
                  <a:schemeClr val="tx1"/>
                </a:solidFill>
                <a:effectLst/>
                <a:latin typeface="+mn-lt"/>
                <a:ea typeface="+mn-ea"/>
                <a:cs typeface="+mn-cs"/>
              </a:rPr>
              <a:t>JSON Schema validation</a:t>
            </a:r>
          </a:p>
          <a:p>
            <a:r>
              <a:rPr lang="en-US" sz="1200" b="0" i="0" kern="1200" dirty="0" err="1" smtClean="0">
                <a:solidFill>
                  <a:schemeClr val="tx1"/>
                </a:solidFill>
                <a:effectLst/>
                <a:latin typeface="+mn-lt"/>
                <a:ea typeface="+mn-ea"/>
                <a:cs typeface="+mn-cs"/>
              </a:rPr>
              <a:t>Intellisense</a:t>
            </a:r>
            <a:r>
              <a:rPr lang="en-US" sz="1200" b="0" i="0" kern="1200" dirty="0" smtClean="0">
                <a:solidFill>
                  <a:schemeClr val="tx1"/>
                </a:solidFill>
                <a:effectLst/>
                <a:latin typeface="+mn-lt"/>
                <a:ea typeface="+mn-ea"/>
                <a:cs typeface="+mn-cs"/>
              </a:rPr>
              <a:t> for </a:t>
            </a:r>
            <a:r>
              <a:rPr lang="en-US" sz="1200" b="0" i="0" kern="1200" dirty="0" err="1" smtClean="0">
                <a:solidFill>
                  <a:schemeClr val="tx1"/>
                </a:solidFill>
                <a:effectLst/>
                <a:latin typeface="+mn-lt"/>
                <a:ea typeface="+mn-ea"/>
                <a:cs typeface="+mn-cs"/>
              </a:rPr>
              <a:t>bower.json</a:t>
            </a:r>
            <a:r>
              <a:rPr lang="en-US" sz="1200" b="0" i="0" kern="1200" dirty="0" smtClean="0">
                <a:solidFill>
                  <a:schemeClr val="tx1"/>
                </a:solidFill>
                <a:effectLst/>
                <a:latin typeface="+mn-lt"/>
                <a:ea typeface="+mn-ea"/>
                <a:cs typeface="+mn-cs"/>
              </a:rPr>
              <a:t> and </a:t>
            </a:r>
            <a:r>
              <a:rPr lang="en-US" sz="1200" b="0" i="0" kern="1200" dirty="0" err="1" smtClean="0">
                <a:solidFill>
                  <a:schemeClr val="tx1"/>
                </a:solidFill>
                <a:effectLst/>
                <a:latin typeface="+mn-lt"/>
                <a:ea typeface="+mn-ea"/>
                <a:cs typeface="+mn-cs"/>
              </a:rPr>
              <a:t>package.json</a:t>
            </a:r>
            <a:r>
              <a:rPr lang="en-US" sz="1200" b="0" i="0" kern="1200" dirty="0" smtClean="0">
                <a:solidFill>
                  <a:schemeClr val="tx1"/>
                </a:solidFill>
                <a:effectLst/>
                <a:latin typeface="+mn-lt"/>
                <a:ea typeface="+mn-ea"/>
                <a:cs typeface="+mn-cs"/>
              </a:rPr>
              <a:t> configuration files</a:t>
            </a:r>
          </a:p>
          <a:p>
            <a:endParaRPr lang="en-US" sz="1200" b="0" i="0" kern="1200" dirty="0" smtClean="0">
              <a:solidFill>
                <a:schemeClr val="tx1"/>
              </a:solidFill>
              <a:effectLst/>
              <a:latin typeface="+mn-lt"/>
              <a:ea typeface="+mn-ea"/>
              <a:cs typeface="+mn-cs"/>
            </a:endParaRPr>
          </a:p>
          <a:p>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http</a:t>
            </a:r>
            <a:r>
              <a:rPr lang="en-US" sz="1200" kern="1200" dirty="0" smtClean="0">
                <a:solidFill>
                  <a:schemeClr val="tx1"/>
                </a:solidFill>
                <a:latin typeface="+mn-lt"/>
                <a:ea typeface="+mn-ea"/>
                <a:cs typeface="+mn-cs"/>
              </a:rPr>
              <a:t>://schemastore.org/json/</a:t>
            </a: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042E64AC-1CE6-49D9-84F1-EA66C04C420D}"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16697172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http://blogs.msdn.com/b/webdev/archive/2015/07/20/announcing-asp-net-4-6-and-asp-net-5-beta-5-in-visual-studio-2015-release.aspx</a:t>
            </a:r>
          </a:p>
          <a:p>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HTML Editor Improvements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Better client template formatting with regards to the double-curly brace syntax.  {{…}} </a:t>
            </a:r>
          </a:p>
          <a:p>
            <a:r>
              <a:rPr lang="en-US" sz="1200" b="0" i="0" kern="1200" dirty="0" smtClean="0">
                <a:solidFill>
                  <a:schemeClr val="tx1"/>
                </a:solidFill>
                <a:effectLst/>
                <a:latin typeface="+mn-lt"/>
                <a:ea typeface="+mn-ea"/>
                <a:cs typeface="+mn-cs"/>
              </a:rPr>
              <a:t>This is a great benefit for developers using Angular, Handlebars, Mustache, and other double-curly brace templates.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Improvements to support web components and other custom elements.  Custom elements will not be marked as invalid and the editor support the &lt;link </a:t>
            </a:r>
            <a:r>
              <a:rPr lang="en-US" sz="1200" b="0" i="0" kern="1200" dirty="0" err="1" smtClean="0">
                <a:solidFill>
                  <a:schemeClr val="tx1"/>
                </a:solidFill>
                <a:effectLst/>
                <a:latin typeface="+mn-lt"/>
                <a:ea typeface="+mn-ea"/>
                <a:cs typeface="+mn-cs"/>
              </a:rPr>
              <a:t>rel</a:t>
            </a:r>
            <a:r>
              <a:rPr lang="en-US" sz="1200" b="0" i="0" kern="1200" dirty="0" smtClean="0">
                <a:solidFill>
                  <a:schemeClr val="tx1"/>
                </a:solidFill>
                <a:effectLst/>
                <a:latin typeface="+mn-lt"/>
                <a:ea typeface="+mn-ea"/>
                <a:cs typeface="+mn-cs"/>
              </a:rPr>
              <a:t>=”import”&gt; tag for web components. </a:t>
            </a:r>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042E64AC-1CE6-49D9-84F1-EA66C04C420D}"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21705137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http://blogs.msdn.com/b/webdev/archive/2015/07/20/announcing-asp-net-4-6-and-asp-net-5-beta-5-in-visual-studio-2015-release.aspx</a:t>
            </a:r>
          </a:p>
          <a:p>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JavaScript editor improvements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AngularJS support with </a:t>
            </a:r>
            <a:r>
              <a:rPr lang="en-US" sz="1200" b="0" i="0" kern="1200" dirty="0" err="1" smtClean="0">
                <a:solidFill>
                  <a:schemeClr val="tx1"/>
                </a:solidFill>
                <a:effectLst/>
                <a:latin typeface="+mn-lt"/>
                <a:ea typeface="+mn-ea"/>
                <a:cs typeface="+mn-cs"/>
              </a:rPr>
              <a:t>intellisense</a:t>
            </a:r>
            <a:r>
              <a:rPr lang="en-US" sz="1200" b="0" i="0" kern="1200" dirty="0" smtClean="0">
                <a:solidFill>
                  <a:schemeClr val="tx1"/>
                </a:solidFill>
                <a:effectLst/>
                <a:latin typeface="+mn-lt"/>
                <a:ea typeface="+mn-ea"/>
                <a:cs typeface="+mn-cs"/>
              </a:rPr>
              <a:t> for angular controllers, services, factories, directives, and animations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New Navigation bar to help in moving between major elements in your script</a:t>
            </a:r>
          </a:p>
          <a:p>
            <a:endParaRPr lang="en-US" dirty="0" smtClean="0"/>
          </a:p>
          <a:p>
            <a:endParaRPr lang="en-US" dirty="0" smtClean="0"/>
          </a:p>
          <a:p>
            <a:r>
              <a:rPr lang="en-US" b="1" dirty="0" smtClean="0"/>
              <a:t>React.js</a:t>
            </a:r>
          </a:p>
          <a:p>
            <a:endParaRPr lang="en-US" dirty="0" smtClean="0"/>
          </a:p>
          <a:p>
            <a:r>
              <a:rPr lang="en-US" dirty="0" smtClean="0"/>
              <a:t>A </a:t>
            </a:r>
            <a:r>
              <a:rPr lang="en-US" dirty="0" err="1" smtClean="0"/>
              <a:t>javascript</a:t>
            </a:r>
            <a:r>
              <a:rPr lang="en-US" dirty="0" smtClean="0"/>
              <a:t> library for building</a:t>
            </a:r>
            <a:r>
              <a:rPr lang="en-US" baseline="0" dirty="0" smtClean="0"/>
              <a:t> user interfaces</a:t>
            </a: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042E64AC-1CE6-49D9-84F1-EA66C04C420D}" type="datetime1">
              <a:rPr lang="en-US" smtClean="0"/>
              <a:t>2/21/2016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28</a:t>
            </a:fld>
            <a:endParaRPr lang="en-US" dirty="0"/>
          </a:p>
        </p:txBody>
      </p:sp>
    </p:spTree>
    <p:extLst>
      <p:ext uri="{BB962C8B-B14F-4D97-AF65-F5344CB8AC3E}">
        <p14:creationId xmlns:p14="http://schemas.microsoft.com/office/powerpoint/2010/main" val="115618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Here we</a:t>
            </a:r>
            <a:r>
              <a:rPr lang="en-US" baseline="0" dirty="0" smtClean="0"/>
              <a:t> have the current technology platform stack for ASP.NET.  The cool thing here developers can leverage </a:t>
            </a:r>
            <a:r>
              <a:rPr lang="en-US" baseline="0" dirty="0" err="1" smtClean="0"/>
              <a:t>ASP.Net</a:t>
            </a:r>
            <a:r>
              <a:rPr lang="en-US" baseline="0" dirty="0" smtClean="0"/>
              <a:t> Core both on .NET Framework 4.6 or </a:t>
            </a:r>
            <a:r>
              <a:rPr lang="en-US" baseline="0" dirty="0" err="1" smtClean="0"/>
              <a:t>.Net</a:t>
            </a:r>
            <a:r>
              <a:rPr lang="en-US" baseline="0" dirty="0" smtClean="0"/>
              <a:t> Core.</a:t>
            </a:r>
            <a:endParaRPr lang="en-US" dirty="0" smtClean="0"/>
          </a:p>
          <a:p>
            <a:endParaRPr lang="en-CA" dirty="0"/>
          </a:p>
        </p:txBody>
      </p:sp>
      <p:sp>
        <p:nvSpPr>
          <p:cNvPr id="4" name="Slide Number Placeholder 3"/>
          <p:cNvSpPr>
            <a:spLocks noGrp="1"/>
          </p:cNvSpPr>
          <p:nvPr>
            <p:ph type="sldNum" sz="quarter" idx="10"/>
          </p:nvPr>
        </p:nvSpPr>
        <p:spPr/>
        <p:txBody>
          <a:bodyPr/>
          <a:lstStyle/>
          <a:p>
            <a:fld id="{6E8C67A6-C0E7-47DF-97C2-CA9B11275397}" type="slidenum">
              <a:rPr lang="en-US" smtClean="0"/>
              <a:t>30</a:t>
            </a:fld>
            <a:endParaRPr lang="en-US"/>
          </a:p>
        </p:txBody>
      </p:sp>
    </p:spTree>
    <p:extLst>
      <p:ext uri="{BB962C8B-B14F-4D97-AF65-F5344CB8AC3E}">
        <p14:creationId xmlns:p14="http://schemas.microsoft.com/office/powerpoint/2010/main" val="37063975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Comes with ASP.NET MVC 6 – a unified Web framework for Web UI and Web APIs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CA" dirty="0"/>
          </a:p>
        </p:txBody>
      </p:sp>
      <p:sp>
        <p:nvSpPr>
          <p:cNvPr id="4" name="Slide Number Placeholder 3"/>
          <p:cNvSpPr>
            <a:spLocks noGrp="1"/>
          </p:cNvSpPr>
          <p:nvPr>
            <p:ph type="sldNum" sz="quarter" idx="10"/>
          </p:nvPr>
        </p:nvSpPr>
        <p:spPr/>
        <p:txBody>
          <a:bodyPr/>
          <a:lstStyle/>
          <a:p>
            <a:fld id="{6E8C67A6-C0E7-47DF-97C2-CA9B11275397}" type="slidenum">
              <a:rPr lang="en-US" smtClean="0"/>
              <a:t>31</a:t>
            </a:fld>
            <a:endParaRPr lang="en-US"/>
          </a:p>
        </p:txBody>
      </p:sp>
    </p:spTree>
    <p:extLst>
      <p:ext uri="{BB962C8B-B14F-4D97-AF65-F5344CB8AC3E}">
        <p14:creationId xmlns:p14="http://schemas.microsoft.com/office/powerpoint/2010/main" val="37382917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smtClean="0">
                <a:solidFill>
                  <a:schemeClr val="tx1"/>
                </a:solidFill>
                <a:effectLst/>
                <a:latin typeface="+mn-lt"/>
                <a:ea typeface="+mn-ea"/>
                <a:cs typeface="+mn-cs"/>
              </a:rPr>
              <a:t>New light-weight request pipeline</a:t>
            </a:r>
          </a:p>
          <a:p>
            <a:pPr fontAlgn="base"/>
            <a:r>
              <a:rPr lang="en-US" sz="1200" b="0" i="0" kern="1200" dirty="0" smtClean="0">
                <a:solidFill>
                  <a:schemeClr val="tx1"/>
                </a:solidFill>
                <a:effectLst/>
                <a:latin typeface="+mn-lt"/>
                <a:ea typeface="+mn-ea"/>
                <a:cs typeface="+mn-cs"/>
              </a:rPr>
              <a:t>Run on IIS, or self-hosted in your own process</a:t>
            </a:r>
          </a:p>
          <a:p>
            <a:pPr fontAlgn="base"/>
            <a:r>
              <a:rPr lang="en-US" sz="1200" b="0" i="0" kern="1200" dirty="0" smtClean="0">
                <a:solidFill>
                  <a:schemeClr val="tx1"/>
                </a:solidFill>
                <a:effectLst/>
                <a:latin typeface="+mn-lt"/>
                <a:ea typeface="+mn-ea"/>
                <a:cs typeface="+mn-cs"/>
              </a:rPr>
              <a:t>Built on new .NET Execution Environment (DNX) that can run on the full .NET Framework or on .NET Core, a new cloud-optimized runtime that supports true side-by-side versioning</a:t>
            </a:r>
          </a:p>
          <a:p>
            <a:pPr fontAlgn="base"/>
            <a:r>
              <a:rPr lang="en-US" sz="1200" b="0" i="0" kern="1200" dirty="0" smtClean="0">
                <a:solidFill>
                  <a:schemeClr val="tx1"/>
                </a:solidFill>
                <a:effectLst/>
                <a:latin typeface="+mn-lt"/>
                <a:ea typeface="+mn-ea"/>
                <a:cs typeface="+mn-cs"/>
              </a:rPr>
              <a:t>Runs cross-platform on Windows, Mac, and Linux</a:t>
            </a:r>
          </a:p>
          <a:p>
            <a:pPr fontAlgn="base"/>
            <a:r>
              <a:rPr lang="en-US" sz="1200" b="0" i="0" kern="1200" dirty="0" smtClean="0">
                <a:solidFill>
                  <a:schemeClr val="tx1"/>
                </a:solidFill>
                <a:effectLst/>
                <a:latin typeface="+mn-lt"/>
                <a:ea typeface="+mn-ea"/>
                <a:cs typeface="+mn-cs"/>
              </a:rPr>
              <a:t>Everything is a package delivered with </a:t>
            </a:r>
            <a:r>
              <a:rPr lang="en-US" sz="1200" b="0" i="0" kern="1200" dirty="0" err="1" smtClean="0">
                <a:solidFill>
                  <a:schemeClr val="tx1"/>
                </a:solidFill>
                <a:effectLst/>
                <a:latin typeface="+mn-lt"/>
                <a:ea typeface="+mn-ea"/>
                <a:cs typeface="+mn-cs"/>
              </a:rPr>
              <a:t>NuGet</a:t>
            </a:r>
            <a:r>
              <a:rPr lang="en-US" sz="1200" b="0" i="0" kern="1200" dirty="0" smtClean="0">
                <a:solidFill>
                  <a:schemeClr val="tx1"/>
                </a:solidFill>
                <a:effectLst/>
                <a:latin typeface="+mn-lt"/>
                <a:ea typeface="+mn-ea"/>
                <a:cs typeface="+mn-cs"/>
              </a:rPr>
              <a:t>, even the runtime itself</a:t>
            </a:r>
          </a:p>
          <a:p>
            <a:pPr marL="0" marR="0" indent="0" algn="l" defTabSz="914400" rtl="0" eaLnBrk="1" fontAlgn="base"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Dependency injection out-of-the-box</a:t>
            </a:r>
          </a:p>
          <a:p>
            <a:pPr marL="0" marR="0" indent="0" algn="l" defTabSz="914400" rtl="0" eaLnBrk="1" fontAlgn="base"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All </a:t>
            </a:r>
            <a:r>
              <a:rPr lang="en-US" sz="1200" b="0" i="0" u="none" strike="noStrike" kern="1200" dirty="0" smtClean="0">
                <a:solidFill>
                  <a:schemeClr val="tx1"/>
                </a:solidFill>
                <a:effectLst/>
                <a:latin typeface="+mn-lt"/>
                <a:ea typeface="+mn-ea"/>
                <a:cs typeface="+mn-cs"/>
                <a:hlinkClick r:id="rId3"/>
              </a:rPr>
              <a:t>open source on GitHub</a:t>
            </a:r>
            <a:r>
              <a:rPr lang="en-US" sz="1200" b="0" i="0" kern="1200" dirty="0" smtClean="0">
                <a:solidFill>
                  <a:schemeClr val="tx1"/>
                </a:solidFill>
                <a:effectLst/>
                <a:latin typeface="+mn-lt"/>
                <a:ea typeface="+mn-ea"/>
                <a:cs typeface="+mn-cs"/>
              </a:rPr>
              <a:t> through the .NET Foundation</a:t>
            </a:r>
          </a:p>
          <a:p>
            <a:pPr fontAlgn="base"/>
            <a:endParaRPr lang="en-US" sz="1200" b="0" i="0" kern="1200" dirty="0" smtClean="0">
              <a:solidFill>
                <a:schemeClr val="tx1"/>
              </a:solidFill>
              <a:effectLst/>
              <a:latin typeface="+mn-lt"/>
              <a:ea typeface="+mn-ea"/>
              <a:cs typeface="+mn-cs"/>
            </a:endParaRPr>
          </a:p>
          <a:p>
            <a:endParaRPr lang="en-US" dirty="0" smtClean="0"/>
          </a:p>
          <a:p>
            <a:endParaRPr lang="en-CA" dirty="0"/>
          </a:p>
        </p:txBody>
      </p:sp>
      <p:sp>
        <p:nvSpPr>
          <p:cNvPr id="4" name="Slide Number Placeholder 3"/>
          <p:cNvSpPr>
            <a:spLocks noGrp="1"/>
          </p:cNvSpPr>
          <p:nvPr>
            <p:ph type="sldNum" sz="quarter" idx="10"/>
          </p:nvPr>
        </p:nvSpPr>
        <p:spPr/>
        <p:txBody>
          <a:bodyPr/>
          <a:lstStyle/>
          <a:p>
            <a:fld id="{6E8C67A6-C0E7-47DF-97C2-CA9B11275397}" type="slidenum">
              <a:rPr lang="en-US" smtClean="0"/>
              <a:t>32</a:t>
            </a:fld>
            <a:endParaRPr lang="en-US"/>
          </a:p>
        </p:txBody>
      </p:sp>
    </p:spTree>
    <p:extLst>
      <p:ext uri="{BB962C8B-B14F-4D97-AF65-F5344CB8AC3E}">
        <p14:creationId xmlns:p14="http://schemas.microsoft.com/office/powerpoint/2010/main" val="16043071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Totally</a:t>
            </a:r>
            <a:r>
              <a:rPr lang="en-US" baseline="0" dirty="0" smtClean="0"/>
              <a:t> Modular you can op into the features that you want through </a:t>
            </a:r>
            <a:r>
              <a:rPr lang="en-US" baseline="0" dirty="0" err="1" smtClean="0"/>
              <a:t>nuget</a:t>
            </a:r>
            <a:r>
              <a:rPr lang="en-US" baseline="0" dirty="0" smtClean="0"/>
              <a:t> packages.</a:t>
            </a:r>
          </a:p>
          <a:p>
            <a:endParaRPr lang="en-US" baseline="0" dirty="0" smtClean="0"/>
          </a:p>
          <a:p>
            <a:r>
              <a:rPr lang="en-US" dirty="0" smtClean="0"/>
              <a:t>As a developer you coding process to be faster now with</a:t>
            </a:r>
            <a:r>
              <a:rPr lang="en-US" baseline="0" dirty="0" smtClean="0"/>
              <a:t> </a:t>
            </a:r>
            <a:r>
              <a:rPr lang="en-US" baseline="0" dirty="0" err="1" smtClean="0"/>
              <a:t>ASP.Net</a:t>
            </a:r>
            <a:r>
              <a:rPr lang="en-US" baseline="0" dirty="0" smtClean="0"/>
              <a:t> Core there is no compilation step.   </a:t>
            </a:r>
            <a:r>
              <a:rPr lang="en-US" baseline="0" dirty="0" err="1" smtClean="0"/>
              <a:t>ASP.Net</a:t>
            </a:r>
            <a:r>
              <a:rPr lang="en-US" baseline="0" dirty="0" smtClean="0"/>
              <a:t> now understands how to compile itself.</a:t>
            </a:r>
          </a:p>
          <a:p>
            <a:endParaRPr lang="en-US" baseline="0" dirty="0" smtClean="0"/>
          </a:p>
          <a:p>
            <a:r>
              <a:rPr lang="en-US" dirty="0" smtClean="0"/>
              <a:t>There has been a lot of work down to make sure that publish you application</a:t>
            </a:r>
            <a:r>
              <a:rPr lang="en-US" baseline="0" dirty="0" smtClean="0"/>
              <a:t> work seamless to the cloud</a:t>
            </a:r>
          </a:p>
          <a:p>
            <a:endParaRPr lang="en-US" baseline="0" dirty="0" smtClean="0"/>
          </a:p>
          <a:p>
            <a:r>
              <a:rPr lang="en-US" baseline="0" dirty="0" smtClean="0"/>
              <a:t>Now you have the choice of using your preferred editor to work with </a:t>
            </a:r>
            <a:r>
              <a:rPr lang="en-US" baseline="0" dirty="0" err="1" smtClean="0"/>
              <a:t>ASP.Net</a:t>
            </a:r>
            <a:r>
              <a:rPr lang="en-US" baseline="0" dirty="0" smtClean="0"/>
              <a:t>.  Now Microsoft has a new editor called Visual Studio Code which works on both Windows and Macs.</a:t>
            </a:r>
          </a:p>
          <a:p>
            <a:endParaRPr lang="en-US" baseline="0" dirty="0" smtClean="0"/>
          </a:p>
          <a:p>
            <a:r>
              <a:rPr lang="en-US" baseline="0" dirty="0" smtClean="0"/>
              <a:t>You can now download entire source code for </a:t>
            </a:r>
            <a:r>
              <a:rPr lang="en-US" baseline="0" dirty="0" err="1" smtClean="0"/>
              <a:t>ASP.Net</a:t>
            </a:r>
            <a:r>
              <a:rPr lang="en-US" baseline="0" dirty="0" smtClean="0"/>
              <a:t> and </a:t>
            </a:r>
            <a:r>
              <a:rPr lang="en-US" baseline="0" dirty="0" err="1" smtClean="0"/>
              <a:t>.Net</a:t>
            </a:r>
            <a:r>
              <a:rPr lang="en-US" baseline="0" dirty="0" smtClean="0"/>
              <a:t> Core.   You build the entire framework make the changes you want or just review the code to see how all the pieces work.</a:t>
            </a:r>
          </a:p>
          <a:p>
            <a:endParaRPr lang="en-US" baseline="0" dirty="0" smtClean="0"/>
          </a:p>
          <a:p>
            <a:r>
              <a:rPr lang="en-US" baseline="0" dirty="0" smtClean="0"/>
              <a:t>The best feature is  the team has made significant improvement to the performance on how </a:t>
            </a:r>
            <a:r>
              <a:rPr lang="en-US" baseline="0" dirty="0" err="1" smtClean="0"/>
              <a:t>ASP.Net</a:t>
            </a:r>
            <a:r>
              <a:rPr lang="en-US" baseline="0" dirty="0" smtClean="0"/>
              <a:t> handles web requests.</a:t>
            </a:r>
            <a:endParaRPr lang="en-US" dirty="0" smtClean="0"/>
          </a:p>
          <a:p>
            <a:endParaRPr lang="en-CA" dirty="0"/>
          </a:p>
        </p:txBody>
      </p:sp>
      <p:sp>
        <p:nvSpPr>
          <p:cNvPr id="4" name="Slide Number Placeholder 3"/>
          <p:cNvSpPr>
            <a:spLocks noGrp="1"/>
          </p:cNvSpPr>
          <p:nvPr>
            <p:ph type="sldNum" sz="quarter" idx="10"/>
          </p:nvPr>
        </p:nvSpPr>
        <p:spPr/>
        <p:txBody>
          <a:bodyPr/>
          <a:lstStyle/>
          <a:p>
            <a:fld id="{6E8C67A6-C0E7-47DF-97C2-CA9B11275397}" type="slidenum">
              <a:rPr lang="en-US" smtClean="0"/>
              <a:t>33</a:t>
            </a:fld>
            <a:endParaRPr lang="en-US"/>
          </a:p>
        </p:txBody>
      </p:sp>
    </p:spTree>
    <p:extLst>
      <p:ext uri="{BB962C8B-B14F-4D97-AF65-F5344CB8AC3E}">
        <p14:creationId xmlns:p14="http://schemas.microsoft.com/office/powerpoint/2010/main" val="22924515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6E8C67A6-C0E7-47DF-97C2-CA9B11275397}"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34</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4238498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Tag Helpers are a new feature in MVC that you can use for generating HTML. The syntax looks like HTML (elements and attributes) but is processed by Razor on the server.</a:t>
            </a:r>
          </a:p>
          <a:p>
            <a:endParaRPr lang="en-CA" dirty="0"/>
          </a:p>
        </p:txBody>
      </p:sp>
      <p:sp>
        <p:nvSpPr>
          <p:cNvPr id="4" name="Slide Number Placeholder 3"/>
          <p:cNvSpPr>
            <a:spLocks noGrp="1"/>
          </p:cNvSpPr>
          <p:nvPr>
            <p:ph type="sldNum" sz="quarter" idx="10"/>
          </p:nvPr>
        </p:nvSpPr>
        <p:spPr/>
        <p:txBody>
          <a:bodyPr/>
          <a:lstStyle/>
          <a:p>
            <a:fld id="{6E8C67A6-C0E7-47DF-97C2-CA9B11275397}" type="slidenum">
              <a:rPr lang="en-US" smtClean="0"/>
              <a:t>35</a:t>
            </a:fld>
            <a:endParaRPr lang="en-US"/>
          </a:p>
        </p:txBody>
      </p:sp>
    </p:spTree>
    <p:extLst>
      <p:ext uri="{BB962C8B-B14F-4D97-AF65-F5344CB8AC3E}">
        <p14:creationId xmlns:p14="http://schemas.microsoft.com/office/powerpoint/2010/main" val="9236158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Previously</a:t>
            </a:r>
            <a:r>
              <a:rPr lang="en-CA" baseline="0" dirty="0" smtClean="0"/>
              <a:t> ASP.NET MVC developers used HTML Helpers</a:t>
            </a:r>
          </a:p>
          <a:p>
            <a:endParaRPr lang="en-CA" baseline="0" dirty="0" smtClean="0"/>
          </a:p>
          <a:p>
            <a:r>
              <a:rPr lang="en-US" sz="1200" b="0" i="0" kern="1200" dirty="0" smtClean="0">
                <a:solidFill>
                  <a:schemeClr val="tx1"/>
                </a:solidFill>
                <a:effectLst/>
                <a:latin typeface="+mn-lt"/>
                <a:ea typeface="+mn-ea"/>
                <a:cs typeface="+mn-cs"/>
              </a:rPr>
              <a:t>HTML helpers are much like traditional ASP.NET Web Form controls.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Just like web form controls in ASP.NET, HTML helpers are used to modify HTML. But HTML helpers are more lightweight. Unlike Web Form controls, an HTML helper does not have an event model and a view state.</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In most cases, an HTML helper is just a method that returns a string.</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With MVC, you can create your own helpers, or use the built in HTML helpers.</a:t>
            </a:r>
          </a:p>
          <a:p>
            <a:endParaRPr lang="en-CA" dirty="0"/>
          </a:p>
        </p:txBody>
      </p:sp>
      <p:sp>
        <p:nvSpPr>
          <p:cNvPr id="4" name="Slide Number Placeholder 3"/>
          <p:cNvSpPr>
            <a:spLocks noGrp="1"/>
          </p:cNvSpPr>
          <p:nvPr>
            <p:ph type="sldNum" sz="quarter" idx="10"/>
          </p:nvPr>
        </p:nvSpPr>
        <p:spPr/>
        <p:txBody>
          <a:bodyPr/>
          <a:lstStyle/>
          <a:p>
            <a:fld id="{6E8C67A6-C0E7-47DF-97C2-CA9B11275397}" type="slidenum">
              <a:rPr lang="en-US" smtClean="0"/>
              <a:t>36</a:t>
            </a:fld>
            <a:endParaRPr lang="en-US"/>
          </a:p>
        </p:txBody>
      </p:sp>
    </p:spTree>
    <p:extLst>
      <p:ext uri="{BB962C8B-B14F-4D97-AF65-F5344CB8AC3E}">
        <p14:creationId xmlns:p14="http://schemas.microsoft.com/office/powerpoint/2010/main" val="8279037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Tag Helpers are a new feature in MVC that you can use for generating HTML. The syntax looks like HTML (elements and attributes) but is processed by Razor on the server. Tag Helpers are in many ways an alternative syntax to Html Helper methods but they also provide some functionality that was either difficult or impossible to do with helper methods.</a:t>
            </a:r>
            <a:endParaRPr lang="en-CA" dirty="0"/>
          </a:p>
        </p:txBody>
      </p:sp>
      <p:sp>
        <p:nvSpPr>
          <p:cNvPr id="4" name="Slide Number Placeholder 3"/>
          <p:cNvSpPr>
            <a:spLocks noGrp="1"/>
          </p:cNvSpPr>
          <p:nvPr>
            <p:ph type="sldNum" sz="quarter" idx="10"/>
          </p:nvPr>
        </p:nvSpPr>
        <p:spPr/>
        <p:txBody>
          <a:bodyPr/>
          <a:lstStyle/>
          <a:p>
            <a:fld id="{6E8C67A6-C0E7-47DF-97C2-CA9B11275397}" type="slidenum">
              <a:rPr lang="en-US" smtClean="0"/>
              <a:t>37</a:t>
            </a:fld>
            <a:endParaRPr lang="en-US"/>
          </a:p>
        </p:txBody>
      </p:sp>
    </p:spTree>
    <p:extLst>
      <p:ext uri="{BB962C8B-B14F-4D97-AF65-F5344CB8AC3E}">
        <p14:creationId xmlns:p14="http://schemas.microsoft.com/office/powerpoint/2010/main" val="680938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smtClean="0">
                <a:solidFill>
                  <a:schemeClr val="tx1"/>
                </a:solidFill>
                <a:effectLst/>
                <a:latin typeface="+mn-lt"/>
                <a:ea typeface="+mn-ea"/>
                <a:cs typeface="+mn-cs"/>
              </a:rPr>
              <a:t>It is also very easy to build your own tag helpers. </a:t>
            </a:r>
            <a:endParaRPr lang="en-CA"/>
          </a:p>
        </p:txBody>
      </p:sp>
      <p:sp>
        <p:nvSpPr>
          <p:cNvPr id="4" name="Slide Number Placeholder 3"/>
          <p:cNvSpPr>
            <a:spLocks noGrp="1"/>
          </p:cNvSpPr>
          <p:nvPr>
            <p:ph type="sldNum" sz="quarter" idx="10"/>
          </p:nvPr>
        </p:nvSpPr>
        <p:spPr/>
        <p:txBody>
          <a:bodyPr/>
          <a:lstStyle/>
          <a:p>
            <a:fld id="{6E8C67A6-C0E7-47DF-97C2-CA9B11275397}" type="slidenum">
              <a:rPr lang="en-US" smtClean="0"/>
              <a:t>38</a:t>
            </a:fld>
            <a:endParaRPr lang="en-US"/>
          </a:p>
        </p:txBody>
      </p:sp>
    </p:spTree>
    <p:extLst>
      <p:ext uri="{BB962C8B-B14F-4D97-AF65-F5344CB8AC3E}">
        <p14:creationId xmlns:p14="http://schemas.microsoft.com/office/powerpoint/2010/main" val="16219928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6E8C67A6-C0E7-47DF-97C2-CA9B11275397}"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5821745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 name="Footer Placeholder 4"/>
          <p:cNvSpPr>
            <a:spLocks noGrp="1"/>
          </p:cNvSpPr>
          <p:nvPr>
            <p:ph type="ftr" sz="quarter" idx="11"/>
          </p:nvPr>
        </p:nvSpPr>
        <p:spPr/>
        <p:txBody>
          <a:bodyPr/>
          <a:lstStyle/>
          <a:p>
            <a:pPr marL="0" marR="0" lvl="0" indent="0" defTabSz="914099"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dirty="0" smtClean="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Microsoft, and other product names are or may be registered trademarks and/or trademarks in the U.S. and/or other countries.</a:t>
            </a:r>
          </a:p>
          <a:p>
            <a:pPr marL="0" marR="0" lvl="0" indent="0" defTabSz="914099"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dirty="0" smtClean="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76D04415-B59E-4C7B-B9F3-190CA9C2CD82}" type="datetime1">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2/21/2016</a:t>
            </a:fld>
            <a:endParaRPr kumimoji="0" lang="en-US" sz="1800" b="0" i="0" u="none" strike="noStrike" kern="0" cap="none" spc="0" normalizeH="0" baseline="0" noProof="0" dirty="0">
              <a:ln>
                <a:noFill/>
              </a:ln>
              <a:solidFill>
                <a:sysClr val="windowText" lastClr="000000"/>
              </a:solidFill>
              <a:effectLst/>
              <a:uLnTx/>
              <a:uFillTx/>
            </a:endParaRPr>
          </a:p>
        </p:txBody>
      </p:sp>
      <p:sp>
        <p:nvSpPr>
          <p:cNvPr id="7" name="Slide Number Placeholder 6"/>
          <p:cNvSpPr>
            <a:spLocks noGrp="1"/>
          </p:cNvSpPr>
          <p:nvPr>
            <p:ph type="sldNum" sz="quarter" idx="13"/>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40</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497101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8.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smtClean="0"/>
              <a:t>Click to edit Master title style</a:t>
            </a:r>
            <a:endParaRPr lang="en-US"/>
          </a:p>
        </p:txBody>
      </p:sp>
      <p:sp>
        <p:nvSpPr>
          <p:cNvPr id="6" name="Text Placeholder 5"/>
          <p:cNvSpPr>
            <a:spLocks noGrp="1"/>
          </p:cNvSpPr>
          <p:nvPr>
            <p:ph type="body" sz="quarter" idx="10" hasCustomPrompt="1"/>
          </p:nvPr>
        </p:nvSpPr>
        <p:spPr>
          <a:xfrm>
            <a:off x="6638425" y="5517221"/>
            <a:ext cx="5013325" cy="1026863"/>
          </a:xfrm>
        </p:spPr>
        <p:txBody>
          <a:bodyPr/>
          <a:lstStyle>
            <a:lvl1pPr>
              <a:defRPr/>
            </a:lvl1pPr>
          </a:lstStyle>
          <a:p>
            <a:pPr lvl="0"/>
            <a:r>
              <a:rPr lang="en-US" dirty="0" smtClean="0"/>
              <a:t>Presenter Name</a:t>
            </a:r>
          </a:p>
          <a:p>
            <a:pPr lvl="0"/>
            <a:r>
              <a:rPr lang="en-US" dirty="0" smtClean="0"/>
              <a:t>Title/role</a:t>
            </a:r>
          </a:p>
        </p:txBody>
      </p:sp>
    </p:spTree>
    <p:extLst>
      <p:ext uri="{BB962C8B-B14F-4D97-AF65-F5344CB8AC3E}">
        <p14:creationId xmlns:p14="http://schemas.microsoft.com/office/powerpoint/2010/main" val="3038304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0171B0"/>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smtClean="0"/>
              <a:t>Click to edit Master title style</a:t>
            </a:r>
            <a:endParaRPr lang="en-US"/>
          </a:p>
        </p:txBody>
      </p:sp>
      <p:sp>
        <p:nvSpPr>
          <p:cNvPr id="6" name="Text Placeholder 5"/>
          <p:cNvSpPr>
            <a:spLocks noGrp="1"/>
          </p:cNvSpPr>
          <p:nvPr>
            <p:ph type="body" sz="quarter" idx="10" hasCustomPrompt="1"/>
          </p:nvPr>
        </p:nvSpPr>
        <p:spPr>
          <a:xfrm>
            <a:off x="6638425" y="5517221"/>
            <a:ext cx="5013325" cy="1026863"/>
          </a:xfrm>
        </p:spPr>
        <p:txBody>
          <a:bodyPr/>
          <a:lstStyle>
            <a:lvl1pPr>
              <a:defRPr>
                <a:solidFill>
                  <a:srgbClr val="3C454F"/>
                </a:solidFill>
              </a:defRPr>
            </a:lvl1pPr>
          </a:lstStyle>
          <a:p>
            <a:pPr lvl="0"/>
            <a:r>
              <a:rPr lang="en-US" dirty="0" smtClean="0"/>
              <a:t>Presenter Name</a:t>
            </a:r>
          </a:p>
          <a:p>
            <a:pPr lvl="0"/>
            <a:r>
              <a:rPr lang="en-US" dirty="0" smtClean="0"/>
              <a:t>Title/role</a:t>
            </a:r>
          </a:p>
        </p:txBody>
      </p:sp>
    </p:spTree>
    <p:extLst>
      <p:ext uri="{BB962C8B-B14F-4D97-AF65-F5344CB8AC3E}">
        <p14:creationId xmlns:p14="http://schemas.microsoft.com/office/powerpoint/2010/main" val="62634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rgbClr val="1D4380"/>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smtClean="0"/>
              <a:t>Click to edit Master title style</a:t>
            </a:r>
            <a:endParaRPr lang="en-US"/>
          </a:p>
        </p:txBody>
      </p:sp>
      <p:sp>
        <p:nvSpPr>
          <p:cNvPr id="6" name="Text Placeholder 5"/>
          <p:cNvSpPr>
            <a:spLocks noGrp="1"/>
          </p:cNvSpPr>
          <p:nvPr>
            <p:ph type="body" sz="quarter" idx="10" hasCustomPrompt="1"/>
          </p:nvPr>
        </p:nvSpPr>
        <p:spPr>
          <a:xfrm>
            <a:off x="6638425" y="5517221"/>
            <a:ext cx="5013325" cy="1026863"/>
          </a:xfrm>
        </p:spPr>
        <p:txBody>
          <a:bodyPr/>
          <a:lstStyle>
            <a:lvl1pPr>
              <a:defRPr>
                <a:solidFill>
                  <a:srgbClr val="289FD7"/>
                </a:solidFill>
              </a:defRPr>
            </a:lvl1pPr>
          </a:lstStyle>
          <a:p>
            <a:pPr lvl="0"/>
            <a:r>
              <a:rPr lang="en-US" dirty="0" smtClean="0"/>
              <a:t>Presenter Name</a:t>
            </a:r>
          </a:p>
          <a:p>
            <a:pPr lvl="0"/>
            <a:r>
              <a:rPr lang="en-US" dirty="0" smtClean="0"/>
              <a:t>Title/role</a:t>
            </a:r>
          </a:p>
        </p:txBody>
      </p:sp>
    </p:spTree>
    <p:extLst>
      <p:ext uri="{BB962C8B-B14F-4D97-AF65-F5344CB8AC3E}">
        <p14:creationId xmlns:p14="http://schemas.microsoft.com/office/powerpoint/2010/main" val="991024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rgbClr val="61708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smtClean="0"/>
              <a:t>Click to edit Master title style</a:t>
            </a:r>
            <a:endParaRPr lang="en-US"/>
          </a:p>
        </p:txBody>
      </p:sp>
      <p:sp>
        <p:nvSpPr>
          <p:cNvPr id="6" name="Text Placeholder 5"/>
          <p:cNvSpPr>
            <a:spLocks noGrp="1"/>
          </p:cNvSpPr>
          <p:nvPr>
            <p:ph type="body" sz="quarter" idx="10" hasCustomPrompt="1"/>
          </p:nvPr>
        </p:nvSpPr>
        <p:spPr>
          <a:xfrm>
            <a:off x="6638425" y="5517221"/>
            <a:ext cx="5013325" cy="1026863"/>
          </a:xfrm>
        </p:spPr>
        <p:txBody>
          <a:bodyPr/>
          <a:lstStyle>
            <a:lvl1pPr>
              <a:defRPr>
                <a:solidFill>
                  <a:srgbClr val="BDCD2C"/>
                </a:solidFill>
              </a:defRPr>
            </a:lvl1pPr>
          </a:lstStyle>
          <a:p>
            <a:pPr lvl="0"/>
            <a:r>
              <a:rPr lang="en-US" dirty="0" smtClean="0"/>
              <a:t>Presenter Name</a:t>
            </a:r>
          </a:p>
          <a:p>
            <a:pPr lvl="0"/>
            <a:r>
              <a:rPr lang="en-US" dirty="0" smtClean="0"/>
              <a:t>Title/role</a:t>
            </a:r>
          </a:p>
        </p:txBody>
      </p:sp>
    </p:spTree>
    <p:extLst>
      <p:ext uri="{BB962C8B-B14F-4D97-AF65-F5344CB8AC3E}">
        <p14:creationId xmlns:p14="http://schemas.microsoft.com/office/powerpoint/2010/main" val="127618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chemeClr val="tx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lvl1pPr>
              <a:defRPr>
                <a:solidFill>
                  <a:srgbClr val="289FD7"/>
                </a:solidFill>
              </a:defRPr>
            </a:lvl1pPr>
          </a:lstStyle>
          <a:p>
            <a:r>
              <a:rPr lang="en-US" dirty="0" smtClean="0"/>
              <a:t>Click to edit Master title style</a:t>
            </a:r>
            <a:endParaRPr lang="en-US" dirty="0"/>
          </a:p>
        </p:txBody>
      </p:sp>
      <p:sp>
        <p:nvSpPr>
          <p:cNvPr id="6" name="Text Placeholder 5"/>
          <p:cNvSpPr>
            <a:spLocks noGrp="1"/>
          </p:cNvSpPr>
          <p:nvPr>
            <p:ph type="body" sz="quarter" idx="10" hasCustomPrompt="1"/>
          </p:nvPr>
        </p:nvSpPr>
        <p:spPr>
          <a:xfrm>
            <a:off x="6638425" y="5517221"/>
            <a:ext cx="5013325" cy="1026863"/>
          </a:xfrm>
        </p:spPr>
        <p:txBody>
          <a:bodyPr/>
          <a:lstStyle>
            <a:lvl1pPr>
              <a:defRPr>
                <a:solidFill>
                  <a:srgbClr val="289FD7"/>
                </a:solidFill>
              </a:defRPr>
            </a:lvl1pPr>
          </a:lstStyle>
          <a:p>
            <a:pPr lvl="0"/>
            <a:r>
              <a:rPr lang="en-US" dirty="0" smtClean="0"/>
              <a:t>Presenter Name</a:t>
            </a:r>
          </a:p>
          <a:p>
            <a:pPr lvl="0"/>
            <a:r>
              <a:rPr lang="en-US" dirty="0" smtClean="0"/>
              <a:t>Title/role</a:t>
            </a:r>
          </a:p>
        </p:txBody>
      </p:sp>
    </p:spTree>
    <p:extLst>
      <p:ext uri="{BB962C8B-B14F-4D97-AF65-F5344CB8AC3E}">
        <p14:creationId xmlns:p14="http://schemas.microsoft.com/office/powerpoint/2010/main" val="1069162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p:cNvPicPr>
            <a:picLocks noChangeAspect="1"/>
          </p:cNvPicPr>
          <p:nvPr userDrawn="1"/>
        </p:nvPicPr>
        <p:blipFill rotWithShape="1">
          <a:blip r:embed="rId3"/>
          <a:srcRect l="12341" r="14783"/>
          <a:stretch/>
        </p:blipFill>
        <p:spPr>
          <a:xfrm>
            <a:off x="-26126" y="3598819"/>
            <a:ext cx="12226835" cy="3761558"/>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0911839" y="5017448"/>
            <a:ext cx="735979" cy="925314"/>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164033" y="4778395"/>
            <a:ext cx="947270" cy="923976"/>
          </a:xfrm>
          <a:prstGeom prst="rect">
            <a:avLst/>
          </a:prstGeom>
        </p:spPr>
      </p:pic>
    </p:spTree>
    <p:extLst>
      <p:ext uri="{BB962C8B-B14F-4D97-AF65-F5344CB8AC3E}">
        <p14:creationId xmlns:p14="http://schemas.microsoft.com/office/powerpoint/2010/main" val="1306628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6175" y="1122363"/>
            <a:ext cx="11034445" cy="2387600"/>
          </a:xfrm>
        </p:spPr>
        <p:txBody>
          <a:bodyPr anchor="b"/>
          <a:lstStyle>
            <a:lvl1pPr algn="l">
              <a:defRPr sz="6000"/>
            </a:lvl1pPr>
          </a:lstStyle>
          <a:p>
            <a:r>
              <a:rPr lang="en-US" dirty="0" smtClean="0"/>
              <a:t>Click to edit Master title style</a:t>
            </a:r>
            <a:endParaRPr lang="en-US" dirty="0"/>
          </a:p>
        </p:txBody>
      </p:sp>
      <p:sp>
        <p:nvSpPr>
          <p:cNvPr id="3" name="Subtitle 2"/>
          <p:cNvSpPr>
            <a:spLocks noGrp="1"/>
          </p:cNvSpPr>
          <p:nvPr>
            <p:ph type="subTitle" idx="1"/>
          </p:nvPr>
        </p:nvSpPr>
        <p:spPr>
          <a:xfrm>
            <a:off x="606175" y="3602038"/>
            <a:ext cx="11034445" cy="1655762"/>
          </a:xfrm>
        </p:spPr>
        <p:txBody>
          <a:bodyPr>
            <a:normAutofit/>
          </a:bodyPr>
          <a:lstStyle>
            <a:lvl1pPr marL="0" indent="0" algn="l">
              <a:buNone/>
              <a:defRPr sz="3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Tree>
    <p:extLst>
      <p:ext uri="{BB962C8B-B14F-4D97-AF65-F5344CB8AC3E}">
        <p14:creationId xmlns:p14="http://schemas.microsoft.com/office/powerpoint/2010/main" val="1878425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3545904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560798" y="2111604"/>
            <a:ext cx="11079822" cy="398097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
        <p:nvSpPr>
          <p:cNvPr id="5" name="Text Placeholder 4"/>
          <p:cNvSpPr>
            <a:spLocks noGrp="1"/>
          </p:cNvSpPr>
          <p:nvPr>
            <p:ph type="body" sz="quarter" idx="13" hasCustomPrompt="1"/>
          </p:nvPr>
        </p:nvSpPr>
        <p:spPr>
          <a:xfrm>
            <a:off x="560388" y="1534096"/>
            <a:ext cx="11080750" cy="437594"/>
          </a:xfrm>
        </p:spPr>
        <p:txBody>
          <a:bodyPr>
            <a:normAutofit/>
          </a:bodyPr>
          <a:lstStyle>
            <a:lvl1pPr marL="0" indent="0">
              <a:buFontTx/>
              <a:buNone/>
              <a:defRPr sz="2000" cap="all" baseline="0"/>
            </a:lvl1pPr>
            <a:lvl5pPr>
              <a:defRPr/>
            </a:lvl5pPr>
          </a:lstStyle>
          <a:p>
            <a:pPr lvl="0"/>
            <a:r>
              <a:rPr lang="en-US" dirty="0" smtClean="0"/>
              <a:t>Secondary refining headline</a:t>
            </a:r>
            <a:endParaRPr lang="en-US" dirty="0"/>
          </a:p>
        </p:txBody>
      </p:sp>
    </p:spTree>
    <p:extLst>
      <p:ext uri="{BB962C8B-B14F-4D97-AF65-F5344CB8AC3E}">
        <p14:creationId xmlns:p14="http://schemas.microsoft.com/office/powerpoint/2010/main" val="4246363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178456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0798" y="416497"/>
            <a:ext cx="11079822" cy="922110"/>
          </a:xfrm>
        </p:spPr>
        <p:txBody>
          <a:bodyPr>
            <a:normAutofit/>
          </a:bodyPr>
          <a:lstStyle>
            <a:lvl1pPr>
              <a:defRPr sz="4400"/>
            </a:lvl1pPr>
          </a:lstStyle>
          <a:p>
            <a:r>
              <a:rPr lang="en-US" smtClean="0"/>
              <a:t>Click to edit Master title style</a:t>
            </a:r>
            <a:endParaRPr lang="en-US"/>
          </a:p>
        </p:txBody>
      </p:sp>
      <p:sp>
        <p:nvSpPr>
          <p:cNvPr id="5" name="Slide Number Placeholder 4"/>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graphicFrame>
        <p:nvGraphicFramePr>
          <p:cNvPr id="6" name="Table 5"/>
          <p:cNvGraphicFramePr>
            <a:graphicFrameLocks noGrp="1"/>
          </p:cNvGraphicFramePr>
          <p:nvPr userDrawn="1">
            <p:extLst>
              <p:ext uri="{D42A27DB-BD31-4B8C-83A1-F6EECF244321}">
                <p14:modId xmlns:p14="http://schemas.microsoft.com/office/powerpoint/2010/main" val="2598770515"/>
              </p:ext>
            </p:extLst>
          </p:nvPr>
        </p:nvGraphicFramePr>
        <p:xfrm>
          <a:off x="584200" y="1476596"/>
          <a:ext cx="11056420" cy="4320392"/>
        </p:xfrm>
        <a:graphic>
          <a:graphicData uri="http://schemas.openxmlformats.org/drawingml/2006/table">
            <a:tbl>
              <a:tblPr firstRow="1" bandRow="1">
                <a:tableStyleId>{5C22544A-7EE6-4342-B048-85BDC9FD1C3A}</a:tableStyleId>
              </a:tblPr>
              <a:tblGrid>
                <a:gridCol w="2764105">
                  <a:extLst>
                    <a:ext uri="{9D8B030D-6E8A-4147-A177-3AD203B41FA5}">
                      <a16:colId xmlns:a16="http://schemas.microsoft.com/office/drawing/2014/main" val="20000"/>
                    </a:ext>
                  </a:extLst>
                </a:gridCol>
                <a:gridCol w="2764105">
                  <a:extLst>
                    <a:ext uri="{9D8B030D-6E8A-4147-A177-3AD203B41FA5}">
                      <a16:colId xmlns:a16="http://schemas.microsoft.com/office/drawing/2014/main" val="20001"/>
                    </a:ext>
                  </a:extLst>
                </a:gridCol>
                <a:gridCol w="2764105">
                  <a:extLst>
                    <a:ext uri="{9D8B030D-6E8A-4147-A177-3AD203B41FA5}">
                      <a16:colId xmlns:a16="http://schemas.microsoft.com/office/drawing/2014/main" val="20002"/>
                    </a:ext>
                  </a:extLst>
                </a:gridCol>
                <a:gridCol w="2764105">
                  <a:extLst>
                    <a:ext uri="{9D8B030D-6E8A-4147-A177-3AD203B41FA5}">
                      <a16:colId xmlns:a16="http://schemas.microsoft.com/office/drawing/2014/main" val="20003"/>
                    </a:ext>
                  </a:extLst>
                </a:gridCol>
              </a:tblGrid>
              <a:tr h="644435">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225319">
                <a:tc>
                  <a:txBody>
                    <a:bodyPr/>
                    <a:lstStyle/>
                    <a:p>
                      <a:r>
                        <a:rPr lang="en-US" sz="1600" dirty="0" smtClean="0">
                          <a:solidFill>
                            <a:srgbClr val="3C454F"/>
                          </a:solidFill>
                        </a:rPr>
                        <a:t>Content</a:t>
                      </a:r>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2253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2253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88762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903414"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2007513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775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0798" y="457199"/>
            <a:ext cx="4211227" cy="1936679"/>
          </a:xfrm>
        </p:spPr>
        <p:txBody>
          <a:bodyPr anchor="b">
            <a:noAutofit/>
          </a:bodyPr>
          <a:lstStyle>
            <a:lvl1pPr>
              <a:defRPr sz="40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457432" cy="4873625"/>
          </a:xfrm>
        </p:spPr>
        <p:txBody>
          <a:bodyPr/>
          <a:lstStyle>
            <a:lvl1pPr>
              <a:defRPr sz="3200">
                <a:latin typeface="+mj-lt"/>
              </a:defRPr>
            </a:lvl1pPr>
            <a:lvl2pPr>
              <a:defRPr sz="2800">
                <a:latin typeface="+mj-lt"/>
              </a:defRPr>
            </a:lvl2pPr>
            <a:lvl3pPr>
              <a:defRPr sz="2400">
                <a:latin typeface="+mj-lt"/>
              </a:defRPr>
            </a:lvl3pPr>
            <a:lvl4pPr>
              <a:defRPr sz="2000">
                <a:latin typeface="+mj-lt"/>
              </a:defRPr>
            </a:lvl4pPr>
            <a:lvl5pPr>
              <a:defRPr sz="2000">
                <a:latin typeface="+mj-lt"/>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60798" y="2604070"/>
            <a:ext cx="4211227" cy="326491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smtClean="0"/>
              <a:t>Click to edit Master text styles</a:t>
            </a:r>
          </a:p>
        </p:txBody>
      </p:sp>
      <p:sp>
        <p:nvSpPr>
          <p:cNvPr id="7" name="Slide Number Placeholder 6"/>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1518691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379511" y="1371601"/>
            <a:ext cx="5616915"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5"/>
          <p:cNvSpPr>
            <a:spLocks noGrp="1"/>
          </p:cNvSpPr>
          <p:nvPr>
            <p:ph sz="quarter" idx="4"/>
          </p:nvPr>
        </p:nvSpPr>
        <p:spPr>
          <a:xfrm>
            <a:off x="6275742" y="1371601"/>
            <a:ext cx="5619121"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3830286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1"/>
          </p:nvPr>
        </p:nvSpPr>
        <p:spPr>
          <a:xfrm>
            <a:off x="269240" y="1189176"/>
            <a:ext cx="11655840" cy="2018835"/>
          </a:xfrm>
        </p:spPr>
        <p:txBody>
          <a:bodyPr/>
          <a:lstStyle>
            <a:lvl1pPr marL="0" indent="0">
              <a:buNone/>
              <a:defRPr/>
            </a:lvl1pPr>
            <a:lvl2pPr marL="28012" indent="0">
              <a:buNone/>
              <a:defRPr sz="1961"/>
            </a:lvl2pPr>
            <a:lvl3pPr marL="219428" indent="0">
              <a:buNone/>
              <a:defRPr sz="1961"/>
            </a:lvl3pPr>
            <a:lvl4pPr marL="466868" indent="0">
              <a:buNone/>
              <a:defRPr sz="1765"/>
            </a:lvl4pPr>
            <a:lvl5pPr marL="725201" indent="0">
              <a:buNone/>
              <a:defRPr sz="1765"/>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0816383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Content 1st level color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8"/>
            <a:ext cx="11653523" cy="2387641"/>
          </a:xfrm>
        </p:spPr>
        <p:txBody>
          <a:bodyPr>
            <a:spAutoFit/>
          </a:bodyPr>
          <a:lstStyle>
            <a:lvl1pPr>
              <a:buClr>
                <a:schemeClr val="tx2"/>
              </a:buClr>
              <a:defRPr sz="3921">
                <a:gradFill>
                  <a:gsLst>
                    <a:gs pos="7080">
                      <a:schemeClr val="tx2"/>
                    </a:gs>
                    <a:gs pos="36283">
                      <a:schemeClr val="tx2"/>
                    </a:gs>
                  </a:gsLst>
                  <a:lin ang="5400000" scaled="0"/>
                </a:gra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57507624"/>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80B94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6175" y="1122363"/>
            <a:ext cx="11034445" cy="2387600"/>
          </a:xfrm>
        </p:spPr>
        <p:txBody>
          <a:bodyPr anchor="b"/>
          <a:lstStyle>
            <a:lvl1pPr algn="l">
              <a:defRPr sz="6000"/>
            </a:lvl1pPr>
          </a:lstStyle>
          <a:p>
            <a:r>
              <a:rPr lang="en-US" dirty="0" smtClean="0"/>
              <a:t>Click to edit Master title style</a:t>
            </a:r>
            <a:endParaRPr lang="en-US" dirty="0"/>
          </a:p>
        </p:txBody>
      </p:sp>
      <p:sp>
        <p:nvSpPr>
          <p:cNvPr id="3" name="Subtitle 2"/>
          <p:cNvSpPr>
            <a:spLocks noGrp="1"/>
          </p:cNvSpPr>
          <p:nvPr>
            <p:ph type="subTitle" idx="1"/>
          </p:nvPr>
        </p:nvSpPr>
        <p:spPr>
          <a:xfrm>
            <a:off x="606175" y="3602038"/>
            <a:ext cx="11034445" cy="1655762"/>
          </a:xfrm>
        </p:spPr>
        <p:txBody>
          <a:bodyPr>
            <a:normAutofit/>
          </a:bodyPr>
          <a:lstStyle>
            <a:lvl1pPr marL="0" indent="0" algn="l">
              <a:buNone/>
              <a:defRPr sz="3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Tree>
    <p:extLst>
      <p:ext uri="{BB962C8B-B14F-4D97-AF65-F5344CB8AC3E}">
        <p14:creationId xmlns:p14="http://schemas.microsoft.com/office/powerpoint/2010/main" val="3443603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80B94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11809348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560798" y="2111604"/>
            <a:ext cx="11079822" cy="398097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
        <p:nvSpPr>
          <p:cNvPr id="5" name="Text Placeholder 4"/>
          <p:cNvSpPr>
            <a:spLocks noGrp="1"/>
          </p:cNvSpPr>
          <p:nvPr>
            <p:ph type="body" sz="quarter" idx="13" hasCustomPrompt="1"/>
          </p:nvPr>
        </p:nvSpPr>
        <p:spPr>
          <a:xfrm>
            <a:off x="560388" y="1534096"/>
            <a:ext cx="11080750" cy="437594"/>
          </a:xfrm>
        </p:spPr>
        <p:txBody>
          <a:bodyPr>
            <a:normAutofit/>
          </a:bodyPr>
          <a:lstStyle>
            <a:lvl1pPr marL="0" indent="0">
              <a:buFontTx/>
              <a:buNone/>
              <a:defRPr sz="2000" cap="all" baseline="0"/>
            </a:lvl1pPr>
            <a:lvl5pPr>
              <a:defRPr/>
            </a:lvl5pPr>
          </a:lstStyle>
          <a:p>
            <a:pPr lvl="0"/>
            <a:r>
              <a:rPr lang="en-US" dirty="0" smtClean="0"/>
              <a:t>Secondary refining headline</a:t>
            </a:r>
            <a:endParaRPr lang="en-US" dirty="0"/>
          </a:p>
        </p:txBody>
      </p:sp>
    </p:spTree>
    <p:extLst>
      <p:ext uri="{BB962C8B-B14F-4D97-AF65-F5344CB8AC3E}">
        <p14:creationId xmlns:p14="http://schemas.microsoft.com/office/powerpoint/2010/main" val="4661510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80B94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19775180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0798" y="416497"/>
            <a:ext cx="11079822" cy="922110"/>
          </a:xfrm>
        </p:spPr>
        <p:txBody>
          <a:bodyPr>
            <a:normAutofit/>
          </a:bodyPr>
          <a:lstStyle>
            <a:lvl1pPr>
              <a:defRPr sz="4400"/>
            </a:lvl1pPr>
          </a:lstStyle>
          <a:p>
            <a:r>
              <a:rPr lang="en-US" smtClean="0"/>
              <a:t>Click to edit Master title style</a:t>
            </a:r>
            <a:endParaRPr lang="en-US"/>
          </a:p>
        </p:txBody>
      </p:sp>
      <p:sp>
        <p:nvSpPr>
          <p:cNvPr id="5" name="Slide Number Placeholder 4"/>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graphicFrame>
        <p:nvGraphicFramePr>
          <p:cNvPr id="6" name="Table 5"/>
          <p:cNvGraphicFramePr>
            <a:graphicFrameLocks noGrp="1"/>
          </p:cNvGraphicFramePr>
          <p:nvPr userDrawn="1">
            <p:extLst>
              <p:ext uri="{D42A27DB-BD31-4B8C-83A1-F6EECF244321}">
                <p14:modId xmlns:p14="http://schemas.microsoft.com/office/powerpoint/2010/main" val="3519163226"/>
              </p:ext>
            </p:extLst>
          </p:nvPr>
        </p:nvGraphicFramePr>
        <p:xfrm>
          <a:off x="584200" y="1476596"/>
          <a:ext cx="11056420" cy="4320392"/>
        </p:xfrm>
        <a:graphic>
          <a:graphicData uri="http://schemas.openxmlformats.org/drawingml/2006/table">
            <a:tbl>
              <a:tblPr firstRow="1" bandRow="1">
                <a:tableStyleId>{93296810-A885-4BE3-A3E7-6D5BEEA58F35}</a:tableStyleId>
              </a:tblPr>
              <a:tblGrid>
                <a:gridCol w="2764105">
                  <a:extLst>
                    <a:ext uri="{9D8B030D-6E8A-4147-A177-3AD203B41FA5}">
                      <a16:colId xmlns:a16="http://schemas.microsoft.com/office/drawing/2014/main" val="20000"/>
                    </a:ext>
                  </a:extLst>
                </a:gridCol>
                <a:gridCol w="2764105">
                  <a:extLst>
                    <a:ext uri="{9D8B030D-6E8A-4147-A177-3AD203B41FA5}">
                      <a16:colId xmlns:a16="http://schemas.microsoft.com/office/drawing/2014/main" val="20001"/>
                    </a:ext>
                  </a:extLst>
                </a:gridCol>
                <a:gridCol w="2764105">
                  <a:extLst>
                    <a:ext uri="{9D8B030D-6E8A-4147-A177-3AD203B41FA5}">
                      <a16:colId xmlns:a16="http://schemas.microsoft.com/office/drawing/2014/main" val="20002"/>
                    </a:ext>
                  </a:extLst>
                </a:gridCol>
                <a:gridCol w="2764105">
                  <a:extLst>
                    <a:ext uri="{9D8B030D-6E8A-4147-A177-3AD203B41FA5}">
                      <a16:colId xmlns:a16="http://schemas.microsoft.com/office/drawing/2014/main" val="20003"/>
                    </a:ext>
                  </a:extLst>
                </a:gridCol>
              </a:tblGrid>
              <a:tr h="644435">
                <a:tc>
                  <a:txBody>
                    <a:bodyPr/>
                    <a:lstStyle/>
                    <a:p>
                      <a:r>
                        <a:rPr lang="en-US" sz="2000" dirty="0" smtClean="0"/>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2000" dirty="0" smtClean="0"/>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2000" dirty="0" smtClean="0"/>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2000" dirty="0" smtClean="0"/>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225319">
                <a:tc>
                  <a:txBody>
                    <a:bodyPr/>
                    <a:lstStyle/>
                    <a:p>
                      <a:r>
                        <a:rPr lang="en-US" sz="1600" dirty="0" smtClean="0"/>
                        <a:t>Content</a:t>
                      </a:r>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2253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2253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833893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80B940"/>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903414"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20437549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80B94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84319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80B94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0798" y="457199"/>
            <a:ext cx="4211227" cy="1936679"/>
          </a:xfrm>
        </p:spPr>
        <p:txBody>
          <a:bodyPr anchor="b">
            <a:noAutofit/>
          </a:bodyPr>
          <a:lstStyle>
            <a:lvl1pPr>
              <a:defRPr sz="40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457432" cy="4873625"/>
          </a:xfrm>
        </p:spPr>
        <p:txBody>
          <a:bodyPr/>
          <a:lstStyle>
            <a:lvl1pPr>
              <a:defRPr sz="3200">
                <a:latin typeface="+mj-lt"/>
              </a:defRPr>
            </a:lvl1pPr>
            <a:lvl2pPr>
              <a:defRPr sz="2800">
                <a:latin typeface="+mj-lt"/>
              </a:defRPr>
            </a:lvl2pPr>
            <a:lvl3pPr>
              <a:defRPr sz="2400">
                <a:latin typeface="+mj-lt"/>
              </a:defRPr>
            </a:lvl3pPr>
            <a:lvl4pPr>
              <a:defRPr sz="2000">
                <a:latin typeface="+mj-lt"/>
              </a:defRPr>
            </a:lvl4pPr>
            <a:lvl5pPr>
              <a:defRPr sz="2000">
                <a:latin typeface="+mj-lt"/>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60798" y="2604070"/>
            <a:ext cx="4211227" cy="326491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smtClean="0"/>
              <a:t>Click to edit Master text styles</a:t>
            </a:r>
          </a:p>
        </p:txBody>
      </p:sp>
      <p:sp>
        <p:nvSpPr>
          <p:cNvPr id="7" name="Slide Number Placeholder 6"/>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8515581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3C454F"/>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6175" y="1122363"/>
            <a:ext cx="11034445" cy="2387600"/>
          </a:xfrm>
        </p:spPr>
        <p:txBody>
          <a:bodyPr anchor="b"/>
          <a:lstStyle>
            <a:lvl1pPr algn="l">
              <a:defRPr sz="6000"/>
            </a:lvl1pPr>
          </a:lstStyle>
          <a:p>
            <a:r>
              <a:rPr lang="en-US" dirty="0" smtClean="0"/>
              <a:t>Click to edit Master title style</a:t>
            </a:r>
            <a:endParaRPr lang="en-US" dirty="0"/>
          </a:p>
        </p:txBody>
      </p:sp>
      <p:sp>
        <p:nvSpPr>
          <p:cNvPr id="3" name="Subtitle 2"/>
          <p:cNvSpPr>
            <a:spLocks noGrp="1"/>
          </p:cNvSpPr>
          <p:nvPr>
            <p:ph type="subTitle" idx="1"/>
          </p:nvPr>
        </p:nvSpPr>
        <p:spPr>
          <a:xfrm>
            <a:off x="606175" y="3602038"/>
            <a:ext cx="11034445" cy="1655762"/>
          </a:xfrm>
        </p:spPr>
        <p:txBody>
          <a:bodyPr>
            <a:normAutofit/>
          </a:bodyPr>
          <a:lstStyle>
            <a:lvl1pPr marL="0" indent="0" algn="l">
              <a:buNone/>
              <a:defRPr sz="3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Tree>
    <p:extLst>
      <p:ext uri="{BB962C8B-B14F-4D97-AF65-F5344CB8AC3E}">
        <p14:creationId xmlns:p14="http://schemas.microsoft.com/office/powerpoint/2010/main" val="31474333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3C454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41662895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560798" y="2111604"/>
            <a:ext cx="11079822" cy="398097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
        <p:nvSpPr>
          <p:cNvPr id="5" name="Text Placeholder 4"/>
          <p:cNvSpPr>
            <a:spLocks noGrp="1"/>
          </p:cNvSpPr>
          <p:nvPr>
            <p:ph type="body" sz="quarter" idx="13" hasCustomPrompt="1"/>
          </p:nvPr>
        </p:nvSpPr>
        <p:spPr>
          <a:xfrm>
            <a:off x="560388" y="1534096"/>
            <a:ext cx="11080750" cy="437594"/>
          </a:xfrm>
        </p:spPr>
        <p:txBody>
          <a:bodyPr>
            <a:normAutofit/>
          </a:bodyPr>
          <a:lstStyle>
            <a:lvl1pPr marL="0" indent="0">
              <a:buFontTx/>
              <a:buNone/>
              <a:defRPr sz="2000" cap="all" baseline="0"/>
            </a:lvl1pPr>
            <a:lvl5pPr>
              <a:defRPr/>
            </a:lvl5pPr>
          </a:lstStyle>
          <a:p>
            <a:pPr lvl="0"/>
            <a:r>
              <a:rPr lang="en-US" dirty="0" smtClean="0"/>
              <a:t>Secondary refining headline</a:t>
            </a:r>
            <a:endParaRPr lang="en-US" dirty="0"/>
          </a:p>
        </p:txBody>
      </p:sp>
    </p:spTree>
    <p:extLst>
      <p:ext uri="{BB962C8B-B14F-4D97-AF65-F5344CB8AC3E}">
        <p14:creationId xmlns:p14="http://schemas.microsoft.com/office/powerpoint/2010/main" val="13230661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3C454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14244770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0798" y="416497"/>
            <a:ext cx="11079822" cy="922110"/>
          </a:xfrm>
        </p:spPr>
        <p:txBody>
          <a:bodyPr>
            <a:normAutofit/>
          </a:bodyPr>
          <a:lstStyle>
            <a:lvl1pPr>
              <a:defRPr sz="4400"/>
            </a:lvl1pPr>
          </a:lstStyle>
          <a:p>
            <a:r>
              <a:rPr lang="en-US" smtClean="0"/>
              <a:t>Click to edit Master title style</a:t>
            </a:r>
            <a:endParaRPr lang="en-US"/>
          </a:p>
        </p:txBody>
      </p:sp>
      <p:sp>
        <p:nvSpPr>
          <p:cNvPr id="5" name="Slide Number Placeholder 4"/>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graphicFrame>
        <p:nvGraphicFramePr>
          <p:cNvPr id="6" name="Table 5"/>
          <p:cNvGraphicFramePr>
            <a:graphicFrameLocks noGrp="1"/>
          </p:cNvGraphicFramePr>
          <p:nvPr userDrawn="1">
            <p:extLst>
              <p:ext uri="{D42A27DB-BD31-4B8C-83A1-F6EECF244321}">
                <p14:modId xmlns:p14="http://schemas.microsoft.com/office/powerpoint/2010/main" val="822313139"/>
              </p:ext>
            </p:extLst>
          </p:nvPr>
        </p:nvGraphicFramePr>
        <p:xfrm>
          <a:off x="584200" y="1476596"/>
          <a:ext cx="11056420" cy="4320392"/>
        </p:xfrm>
        <a:graphic>
          <a:graphicData uri="http://schemas.openxmlformats.org/drawingml/2006/table">
            <a:tbl>
              <a:tblPr firstRow="1" bandRow="1">
                <a:tableStyleId>{21E4AEA4-8DFA-4A89-87EB-49C32662AFE0}</a:tableStyleId>
              </a:tblPr>
              <a:tblGrid>
                <a:gridCol w="2764105">
                  <a:extLst>
                    <a:ext uri="{9D8B030D-6E8A-4147-A177-3AD203B41FA5}">
                      <a16:colId xmlns:a16="http://schemas.microsoft.com/office/drawing/2014/main" val="20000"/>
                    </a:ext>
                  </a:extLst>
                </a:gridCol>
                <a:gridCol w="2764105">
                  <a:extLst>
                    <a:ext uri="{9D8B030D-6E8A-4147-A177-3AD203B41FA5}">
                      <a16:colId xmlns:a16="http://schemas.microsoft.com/office/drawing/2014/main" val="20001"/>
                    </a:ext>
                  </a:extLst>
                </a:gridCol>
                <a:gridCol w="2764105">
                  <a:extLst>
                    <a:ext uri="{9D8B030D-6E8A-4147-A177-3AD203B41FA5}">
                      <a16:colId xmlns:a16="http://schemas.microsoft.com/office/drawing/2014/main" val="20002"/>
                    </a:ext>
                  </a:extLst>
                </a:gridCol>
                <a:gridCol w="2764105">
                  <a:extLst>
                    <a:ext uri="{9D8B030D-6E8A-4147-A177-3AD203B41FA5}">
                      <a16:colId xmlns:a16="http://schemas.microsoft.com/office/drawing/2014/main" val="20003"/>
                    </a:ext>
                  </a:extLst>
                </a:gridCol>
              </a:tblGrid>
              <a:tr h="644435">
                <a:tc>
                  <a:txBody>
                    <a:bodyPr/>
                    <a:lstStyle/>
                    <a:p>
                      <a:r>
                        <a:rPr lang="en-US" sz="2000" dirty="0" smtClean="0"/>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289FD7"/>
                    </a:solidFill>
                  </a:tcPr>
                </a:tc>
                <a:tc>
                  <a:txBody>
                    <a:bodyPr/>
                    <a:lstStyle/>
                    <a:p>
                      <a:r>
                        <a:rPr lang="en-US" sz="2000" dirty="0" smtClean="0"/>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289FD7"/>
                    </a:solidFill>
                  </a:tcPr>
                </a:tc>
                <a:tc>
                  <a:txBody>
                    <a:bodyPr/>
                    <a:lstStyle/>
                    <a:p>
                      <a:r>
                        <a:rPr lang="en-US" sz="2000" dirty="0" smtClean="0"/>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289FD7"/>
                    </a:solidFill>
                  </a:tcPr>
                </a:tc>
                <a:tc>
                  <a:txBody>
                    <a:bodyPr/>
                    <a:lstStyle/>
                    <a:p>
                      <a:r>
                        <a:rPr lang="en-US" sz="2000" dirty="0" smtClean="0"/>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289FD7"/>
                    </a:solidFill>
                  </a:tcPr>
                </a:tc>
                <a:extLst>
                  <a:ext uri="{0D108BD9-81ED-4DB2-BD59-A6C34878D82A}">
                    <a16:rowId xmlns:a16="http://schemas.microsoft.com/office/drawing/2014/main" val="10000"/>
                  </a:ext>
                </a:extLst>
              </a:tr>
              <a:tr h="1225319">
                <a:tc>
                  <a:txBody>
                    <a:bodyPr/>
                    <a:lstStyle/>
                    <a:p>
                      <a:r>
                        <a:rPr lang="en-US" sz="1600" dirty="0" smtClean="0"/>
                        <a:t>Content</a:t>
                      </a:r>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12253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12253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18934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3C454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903414"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7941987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3C454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5383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3C454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0798" y="457199"/>
            <a:ext cx="4211227" cy="1936679"/>
          </a:xfrm>
        </p:spPr>
        <p:txBody>
          <a:bodyPr anchor="b">
            <a:noAutofit/>
          </a:bodyPr>
          <a:lstStyle>
            <a:lvl1pPr>
              <a:defRPr sz="40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457432" cy="4873625"/>
          </a:xfrm>
        </p:spPr>
        <p:txBody>
          <a:bodyPr/>
          <a:lstStyle>
            <a:lvl1pPr>
              <a:defRPr sz="3200">
                <a:latin typeface="+mj-lt"/>
              </a:defRPr>
            </a:lvl1pPr>
            <a:lvl2pPr>
              <a:defRPr sz="2800">
                <a:latin typeface="+mj-lt"/>
              </a:defRPr>
            </a:lvl2pPr>
            <a:lvl3pPr>
              <a:defRPr sz="2400">
                <a:latin typeface="+mj-lt"/>
              </a:defRPr>
            </a:lvl3pPr>
            <a:lvl4pPr>
              <a:defRPr sz="2000">
                <a:latin typeface="+mj-lt"/>
              </a:defRPr>
            </a:lvl4pPr>
            <a:lvl5pPr>
              <a:defRPr sz="2000">
                <a:latin typeface="+mj-lt"/>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60798" y="2604070"/>
            <a:ext cx="4211227" cy="326491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smtClean="0"/>
              <a:t>Click to edit Master text styles</a:t>
            </a:r>
          </a:p>
        </p:txBody>
      </p:sp>
      <p:sp>
        <p:nvSpPr>
          <p:cNvPr id="7" name="Slide Number Placeholder 6"/>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25694425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1D438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6175" y="1122363"/>
            <a:ext cx="11034445" cy="2387600"/>
          </a:xfrm>
        </p:spPr>
        <p:txBody>
          <a:bodyPr anchor="b"/>
          <a:lstStyle>
            <a:lvl1pPr algn="l">
              <a:defRPr sz="6000"/>
            </a:lvl1pPr>
          </a:lstStyle>
          <a:p>
            <a:r>
              <a:rPr lang="en-US" dirty="0" smtClean="0"/>
              <a:t>Click to edit Master title style</a:t>
            </a:r>
            <a:endParaRPr lang="en-US" dirty="0"/>
          </a:p>
        </p:txBody>
      </p:sp>
      <p:sp>
        <p:nvSpPr>
          <p:cNvPr id="3" name="Subtitle 2"/>
          <p:cNvSpPr>
            <a:spLocks noGrp="1"/>
          </p:cNvSpPr>
          <p:nvPr>
            <p:ph type="subTitle" idx="1"/>
          </p:nvPr>
        </p:nvSpPr>
        <p:spPr>
          <a:xfrm>
            <a:off x="606175" y="3602038"/>
            <a:ext cx="11034445" cy="1655762"/>
          </a:xfrm>
        </p:spPr>
        <p:txBody>
          <a:bodyPr>
            <a:normAutofit/>
          </a:bodyPr>
          <a:lstStyle>
            <a:lvl1pPr marL="0" indent="0" algn="l">
              <a:buNone/>
              <a:defRPr sz="3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Tree>
    <p:extLst>
      <p:ext uri="{BB962C8B-B14F-4D97-AF65-F5344CB8AC3E}">
        <p14:creationId xmlns:p14="http://schemas.microsoft.com/office/powerpoint/2010/main" val="27069609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1D438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42578769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560798" y="2111604"/>
            <a:ext cx="11079822" cy="398097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
        <p:nvSpPr>
          <p:cNvPr id="5" name="Text Placeholder 4"/>
          <p:cNvSpPr>
            <a:spLocks noGrp="1"/>
          </p:cNvSpPr>
          <p:nvPr>
            <p:ph type="body" sz="quarter" idx="13" hasCustomPrompt="1"/>
          </p:nvPr>
        </p:nvSpPr>
        <p:spPr>
          <a:xfrm>
            <a:off x="560388" y="1534096"/>
            <a:ext cx="11080750" cy="437594"/>
          </a:xfrm>
        </p:spPr>
        <p:txBody>
          <a:bodyPr>
            <a:normAutofit/>
          </a:bodyPr>
          <a:lstStyle>
            <a:lvl1pPr marL="0" indent="0">
              <a:buFontTx/>
              <a:buNone/>
              <a:defRPr sz="2000" cap="all" baseline="0"/>
            </a:lvl1pPr>
            <a:lvl5pPr>
              <a:defRPr/>
            </a:lvl5pPr>
          </a:lstStyle>
          <a:p>
            <a:pPr lvl="0"/>
            <a:r>
              <a:rPr lang="en-US" dirty="0" smtClean="0"/>
              <a:t>Secondary refining headline</a:t>
            </a:r>
            <a:endParaRPr lang="en-US" dirty="0"/>
          </a:p>
        </p:txBody>
      </p:sp>
    </p:spTree>
    <p:extLst>
      <p:ext uri="{BB962C8B-B14F-4D97-AF65-F5344CB8AC3E}">
        <p14:creationId xmlns:p14="http://schemas.microsoft.com/office/powerpoint/2010/main" val="28588459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1D438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22276411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0798" y="416497"/>
            <a:ext cx="11079822" cy="922110"/>
          </a:xfrm>
        </p:spPr>
        <p:txBody>
          <a:bodyPr>
            <a:normAutofit/>
          </a:bodyPr>
          <a:lstStyle>
            <a:lvl1pPr>
              <a:defRPr sz="4400"/>
            </a:lvl1pPr>
          </a:lstStyle>
          <a:p>
            <a:r>
              <a:rPr lang="en-US" smtClean="0"/>
              <a:t>Click to edit Master title style</a:t>
            </a:r>
            <a:endParaRPr lang="en-US"/>
          </a:p>
        </p:txBody>
      </p:sp>
      <p:sp>
        <p:nvSpPr>
          <p:cNvPr id="5" name="Slide Number Placeholder 4"/>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graphicFrame>
        <p:nvGraphicFramePr>
          <p:cNvPr id="6" name="Table 5"/>
          <p:cNvGraphicFramePr>
            <a:graphicFrameLocks noGrp="1"/>
          </p:cNvGraphicFramePr>
          <p:nvPr userDrawn="1"/>
        </p:nvGraphicFramePr>
        <p:xfrm>
          <a:off x="584200" y="1476596"/>
          <a:ext cx="11056420" cy="4320392"/>
        </p:xfrm>
        <a:graphic>
          <a:graphicData uri="http://schemas.openxmlformats.org/drawingml/2006/table">
            <a:tbl>
              <a:tblPr firstRow="1" bandRow="1">
                <a:tableStyleId>{5C22544A-7EE6-4342-B048-85BDC9FD1C3A}</a:tableStyleId>
              </a:tblPr>
              <a:tblGrid>
                <a:gridCol w="2764105">
                  <a:extLst>
                    <a:ext uri="{9D8B030D-6E8A-4147-A177-3AD203B41FA5}">
                      <a16:colId xmlns:a16="http://schemas.microsoft.com/office/drawing/2014/main" val="20000"/>
                    </a:ext>
                  </a:extLst>
                </a:gridCol>
                <a:gridCol w="2764105">
                  <a:extLst>
                    <a:ext uri="{9D8B030D-6E8A-4147-A177-3AD203B41FA5}">
                      <a16:colId xmlns:a16="http://schemas.microsoft.com/office/drawing/2014/main" val="20001"/>
                    </a:ext>
                  </a:extLst>
                </a:gridCol>
                <a:gridCol w="2764105">
                  <a:extLst>
                    <a:ext uri="{9D8B030D-6E8A-4147-A177-3AD203B41FA5}">
                      <a16:colId xmlns:a16="http://schemas.microsoft.com/office/drawing/2014/main" val="20002"/>
                    </a:ext>
                  </a:extLst>
                </a:gridCol>
                <a:gridCol w="2764105">
                  <a:extLst>
                    <a:ext uri="{9D8B030D-6E8A-4147-A177-3AD203B41FA5}">
                      <a16:colId xmlns:a16="http://schemas.microsoft.com/office/drawing/2014/main" val="20003"/>
                    </a:ext>
                  </a:extLst>
                </a:gridCol>
              </a:tblGrid>
              <a:tr h="644435">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225319">
                <a:tc>
                  <a:txBody>
                    <a:bodyPr/>
                    <a:lstStyle/>
                    <a:p>
                      <a:r>
                        <a:rPr lang="en-US" sz="1600" dirty="0" smtClean="0">
                          <a:solidFill>
                            <a:srgbClr val="3C454F"/>
                          </a:solidFill>
                        </a:rPr>
                        <a:t>Content</a:t>
                      </a:r>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2253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2253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942597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1D4380"/>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903414"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1601932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1D438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96527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1D438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0798" y="457199"/>
            <a:ext cx="4211227" cy="1936679"/>
          </a:xfrm>
        </p:spPr>
        <p:txBody>
          <a:bodyPr anchor="b">
            <a:noAutofit/>
          </a:bodyPr>
          <a:lstStyle>
            <a:lvl1pPr>
              <a:defRPr sz="40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457432" cy="4873625"/>
          </a:xfrm>
        </p:spPr>
        <p:txBody>
          <a:bodyPr/>
          <a:lstStyle>
            <a:lvl1pPr>
              <a:defRPr sz="3200">
                <a:latin typeface="+mj-lt"/>
              </a:defRPr>
            </a:lvl1pPr>
            <a:lvl2pPr>
              <a:defRPr sz="2800">
                <a:latin typeface="+mj-lt"/>
              </a:defRPr>
            </a:lvl2pPr>
            <a:lvl3pPr>
              <a:defRPr sz="2400">
                <a:latin typeface="+mj-lt"/>
              </a:defRPr>
            </a:lvl3pPr>
            <a:lvl4pPr>
              <a:defRPr sz="2000">
                <a:latin typeface="+mj-lt"/>
              </a:defRPr>
            </a:lvl4pPr>
            <a:lvl5pPr>
              <a:defRPr sz="2000">
                <a:latin typeface="+mj-lt"/>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60798" y="2604070"/>
            <a:ext cx="4211227" cy="326491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smtClean="0"/>
              <a:t>Click to edit Master text styles</a:t>
            </a:r>
          </a:p>
        </p:txBody>
      </p:sp>
      <p:sp>
        <p:nvSpPr>
          <p:cNvPr id="7" name="Slide Number Placeholder 6"/>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421879244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6175" y="1122363"/>
            <a:ext cx="11034445" cy="2387600"/>
          </a:xfrm>
        </p:spPr>
        <p:txBody>
          <a:bodyPr anchor="b"/>
          <a:lstStyle>
            <a:lvl1pPr algn="l">
              <a:defRPr sz="6000"/>
            </a:lvl1pPr>
          </a:lstStyle>
          <a:p>
            <a:r>
              <a:rPr lang="en-US" dirty="0" smtClean="0"/>
              <a:t>Click to edit Master title style</a:t>
            </a:r>
            <a:endParaRPr lang="en-US" dirty="0"/>
          </a:p>
        </p:txBody>
      </p:sp>
      <p:sp>
        <p:nvSpPr>
          <p:cNvPr id="3" name="Subtitle 2"/>
          <p:cNvSpPr>
            <a:spLocks noGrp="1"/>
          </p:cNvSpPr>
          <p:nvPr>
            <p:ph type="subTitle" idx="1"/>
          </p:nvPr>
        </p:nvSpPr>
        <p:spPr>
          <a:xfrm>
            <a:off x="606175" y="3602038"/>
            <a:ext cx="11034445" cy="1655762"/>
          </a:xfrm>
        </p:spPr>
        <p:txBody>
          <a:bodyPr>
            <a:normAutofit/>
          </a:bodyPr>
          <a:lstStyle>
            <a:lvl1pPr marL="0" indent="0" algn="l">
              <a:buNone/>
              <a:defRPr sz="3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Tree>
    <p:extLst>
      <p:ext uri="{BB962C8B-B14F-4D97-AF65-F5344CB8AC3E}">
        <p14:creationId xmlns:p14="http://schemas.microsoft.com/office/powerpoint/2010/main" val="24440407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37548527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560798" y="2111604"/>
            <a:ext cx="11079822" cy="398097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
        <p:nvSpPr>
          <p:cNvPr id="5" name="Text Placeholder 4"/>
          <p:cNvSpPr>
            <a:spLocks noGrp="1"/>
          </p:cNvSpPr>
          <p:nvPr>
            <p:ph type="body" sz="quarter" idx="13" hasCustomPrompt="1"/>
          </p:nvPr>
        </p:nvSpPr>
        <p:spPr>
          <a:xfrm>
            <a:off x="560388" y="1534096"/>
            <a:ext cx="11080750" cy="437594"/>
          </a:xfrm>
        </p:spPr>
        <p:txBody>
          <a:bodyPr>
            <a:normAutofit/>
          </a:bodyPr>
          <a:lstStyle>
            <a:lvl1pPr marL="0" indent="0">
              <a:buFontTx/>
              <a:buNone/>
              <a:defRPr sz="2000" cap="all" baseline="0"/>
            </a:lvl1pPr>
            <a:lvl5pPr>
              <a:defRPr/>
            </a:lvl5pPr>
          </a:lstStyle>
          <a:p>
            <a:pPr lvl="0"/>
            <a:r>
              <a:rPr lang="en-US" dirty="0" smtClean="0"/>
              <a:t>Secondary refining headline</a:t>
            </a:r>
            <a:endParaRPr lang="en-US" dirty="0"/>
          </a:p>
        </p:txBody>
      </p:sp>
    </p:spTree>
    <p:extLst>
      <p:ext uri="{BB962C8B-B14F-4D97-AF65-F5344CB8AC3E}">
        <p14:creationId xmlns:p14="http://schemas.microsoft.com/office/powerpoint/2010/main" val="7370777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26419584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0798" y="416497"/>
            <a:ext cx="11079822" cy="922110"/>
          </a:xfrm>
        </p:spPr>
        <p:txBody>
          <a:bodyPr>
            <a:normAutofit/>
          </a:bodyPr>
          <a:lstStyle>
            <a:lvl1pPr>
              <a:defRPr sz="4400"/>
            </a:lvl1pPr>
          </a:lstStyle>
          <a:p>
            <a:r>
              <a:rPr lang="en-US" smtClean="0"/>
              <a:t>Click to edit Master title style</a:t>
            </a:r>
            <a:endParaRPr lang="en-US"/>
          </a:p>
        </p:txBody>
      </p:sp>
      <p:sp>
        <p:nvSpPr>
          <p:cNvPr id="5" name="Slide Number Placeholder 4"/>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graphicFrame>
        <p:nvGraphicFramePr>
          <p:cNvPr id="6" name="Table 5"/>
          <p:cNvGraphicFramePr>
            <a:graphicFrameLocks noGrp="1"/>
          </p:cNvGraphicFramePr>
          <p:nvPr userDrawn="1"/>
        </p:nvGraphicFramePr>
        <p:xfrm>
          <a:off x="584200" y="1476596"/>
          <a:ext cx="11056420" cy="4320392"/>
        </p:xfrm>
        <a:graphic>
          <a:graphicData uri="http://schemas.openxmlformats.org/drawingml/2006/table">
            <a:tbl>
              <a:tblPr firstRow="1" bandRow="1">
                <a:tableStyleId>{5C22544A-7EE6-4342-B048-85BDC9FD1C3A}</a:tableStyleId>
              </a:tblPr>
              <a:tblGrid>
                <a:gridCol w="2764105">
                  <a:extLst>
                    <a:ext uri="{9D8B030D-6E8A-4147-A177-3AD203B41FA5}">
                      <a16:colId xmlns:a16="http://schemas.microsoft.com/office/drawing/2014/main" val="20000"/>
                    </a:ext>
                  </a:extLst>
                </a:gridCol>
                <a:gridCol w="2764105">
                  <a:extLst>
                    <a:ext uri="{9D8B030D-6E8A-4147-A177-3AD203B41FA5}">
                      <a16:colId xmlns:a16="http://schemas.microsoft.com/office/drawing/2014/main" val="20001"/>
                    </a:ext>
                  </a:extLst>
                </a:gridCol>
                <a:gridCol w="2764105">
                  <a:extLst>
                    <a:ext uri="{9D8B030D-6E8A-4147-A177-3AD203B41FA5}">
                      <a16:colId xmlns:a16="http://schemas.microsoft.com/office/drawing/2014/main" val="20002"/>
                    </a:ext>
                  </a:extLst>
                </a:gridCol>
                <a:gridCol w="2764105">
                  <a:extLst>
                    <a:ext uri="{9D8B030D-6E8A-4147-A177-3AD203B41FA5}">
                      <a16:colId xmlns:a16="http://schemas.microsoft.com/office/drawing/2014/main" val="20003"/>
                    </a:ext>
                  </a:extLst>
                </a:gridCol>
              </a:tblGrid>
              <a:tr h="644435">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225319">
                <a:tc>
                  <a:txBody>
                    <a:bodyPr/>
                    <a:lstStyle/>
                    <a:p>
                      <a:r>
                        <a:rPr lang="en-US" sz="1600" dirty="0" smtClean="0">
                          <a:solidFill>
                            <a:srgbClr val="3C454F"/>
                          </a:solidFill>
                        </a:rPr>
                        <a:t>Content</a:t>
                      </a:r>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2253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2253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261911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903414"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14815246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1_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618320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0798" y="457199"/>
            <a:ext cx="4211227" cy="1936679"/>
          </a:xfrm>
        </p:spPr>
        <p:txBody>
          <a:bodyPr anchor="b">
            <a:noAutofit/>
          </a:bodyPr>
          <a:lstStyle>
            <a:lvl1pPr>
              <a:defRPr sz="40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457432" cy="4873625"/>
          </a:xfrm>
        </p:spPr>
        <p:txBody>
          <a:bodyPr/>
          <a:lstStyle>
            <a:lvl1pPr>
              <a:defRPr sz="3200">
                <a:latin typeface="+mj-lt"/>
              </a:defRPr>
            </a:lvl1pPr>
            <a:lvl2pPr>
              <a:defRPr sz="2800">
                <a:latin typeface="+mj-lt"/>
              </a:defRPr>
            </a:lvl2pPr>
            <a:lvl3pPr>
              <a:defRPr sz="2400">
                <a:latin typeface="+mj-lt"/>
              </a:defRPr>
            </a:lvl3pPr>
            <a:lvl4pPr>
              <a:defRPr sz="2000">
                <a:latin typeface="+mj-lt"/>
              </a:defRPr>
            </a:lvl4pPr>
            <a:lvl5pPr>
              <a:defRPr sz="2000">
                <a:latin typeface="+mj-lt"/>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60798" y="2604070"/>
            <a:ext cx="4211227" cy="326491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smtClean="0"/>
              <a:t>Click to edit Master text styles</a:t>
            </a:r>
          </a:p>
        </p:txBody>
      </p:sp>
      <p:sp>
        <p:nvSpPr>
          <p:cNvPr id="7" name="Slide Number Placeholder 6"/>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292459510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6175" y="1122363"/>
            <a:ext cx="11034445" cy="2387600"/>
          </a:xfrm>
        </p:spPr>
        <p:txBody>
          <a:bodyPr anchor="b"/>
          <a:lstStyle>
            <a:lvl1pPr algn="l">
              <a:defRPr sz="6000"/>
            </a:lvl1pPr>
          </a:lstStyle>
          <a:p>
            <a:r>
              <a:rPr lang="en-US" dirty="0" smtClean="0"/>
              <a:t>Click to edit Master title style</a:t>
            </a:r>
            <a:endParaRPr lang="en-US" dirty="0"/>
          </a:p>
        </p:txBody>
      </p:sp>
      <p:sp>
        <p:nvSpPr>
          <p:cNvPr id="3" name="Subtitle 2"/>
          <p:cNvSpPr>
            <a:spLocks noGrp="1"/>
          </p:cNvSpPr>
          <p:nvPr>
            <p:ph type="subTitle" idx="1"/>
          </p:nvPr>
        </p:nvSpPr>
        <p:spPr>
          <a:xfrm>
            <a:off x="606175" y="3602038"/>
            <a:ext cx="11034445" cy="1655762"/>
          </a:xfrm>
        </p:spPr>
        <p:txBody>
          <a:bodyPr>
            <a:normAutofit/>
          </a:bodyPr>
          <a:lstStyle>
            <a:lvl1pPr marL="0" indent="0" algn="l">
              <a:buNone/>
              <a:defRPr sz="3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Tree>
    <p:extLst>
      <p:ext uri="{BB962C8B-B14F-4D97-AF65-F5344CB8AC3E}">
        <p14:creationId xmlns:p14="http://schemas.microsoft.com/office/powerpoint/2010/main" val="246953167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39957362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560798" y="2111604"/>
            <a:ext cx="11079822" cy="398097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
        <p:nvSpPr>
          <p:cNvPr id="5" name="Text Placeholder 4"/>
          <p:cNvSpPr>
            <a:spLocks noGrp="1"/>
          </p:cNvSpPr>
          <p:nvPr>
            <p:ph type="body" sz="quarter" idx="13" hasCustomPrompt="1"/>
          </p:nvPr>
        </p:nvSpPr>
        <p:spPr>
          <a:xfrm>
            <a:off x="560388" y="1534096"/>
            <a:ext cx="11080750" cy="437594"/>
          </a:xfrm>
        </p:spPr>
        <p:txBody>
          <a:bodyPr>
            <a:normAutofit/>
          </a:bodyPr>
          <a:lstStyle>
            <a:lvl1pPr marL="0" indent="0">
              <a:buFontTx/>
              <a:buNone/>
              <a:defRPr sz="2000" cap="all" baseline="0"/>
            </a:lvl1pPr>
            <a:lvl5pPr>
              <a:defRPr/>
            </a:lvl5pPr>
          </a:lstStyle>
          <a:p>
            <a:pPr lvl="0"/>
            <a:r>
              <a:rPr lang="en-US" dirty="0" smtClean="0"/>
              <a:t>Secondary refining headline</a:t>
            </a:r>
            <a:endParaRPr lang="en-US" dirty="0"/>
          </a:p>
        </p:txBody>
      </p:sp>
    </p:spTree>
    <p:extLst>
      <p:ext uri="{BB962C8B-B14F-4D97-AF65-F5344CB8AC3E}">
        <p14:creationId xmlns:p14="http://schemas.microsoft.com/office/powerpoint/2010/main" val="322957123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48424005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903414"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27380471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1_Blan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37311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0798" y="457199"/>
            <a:ext cx="4211227" cy="1936679"/>
          </a:xfrm>
        </p:spPr>
        <p:txBody>
          <a:bodyPr anchor="b">
            <a:noAutofit/>
          </a:bodyPr>
          <a:lstStyle>
            <a:lvl1pPr>
              <a:defRPr sz="40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457432" cy="4873625"/>
          </a:xfrm>
        </p:spPr>
        <p:txBody>
          <a:bodyPr/>
          <a:lstStyle>
            <a:lvl1pPr>
              <a:defRPr sz="3200">
                <a:latin typeface="+mj-lt"/>
              </a:defRPr>
            </a:lvl1pPr>
            <a:lvl2pPr>
              <a:defRPr sz="2800">
                <a:latin typeface="+mj-lt"/>
              </a:defRPr>
            </a:lvl2pPr>
            <a:lvl3pPr>
              <a:defRPr sz="2400">
                <a:latin typeface="+mj-lt"/>
              </a:defRPr>
            </a:lvl3pPr>
            <a:lvl4pPr>
              <a:defRPr sz="2000">
                <a:latin typeface="+mj-lt"/>
              </a:defRPr>
            </a:lvl4pPr>
            <a:lvl5pPr>
              <a:defRPr sz="2000">
                <a:latin typeface="+mj-lt"/>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60798" y="2604070"/>
            <a:ext cx="4211227" cy="326491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smtClean="0"/>
              <a:t>Click to edit Master text styles</a:t>
            </a:r>
          </a:p>
        </p:txBody>
      </p:sp>
      <p:sp>
        <p:nvSpPr>
          <p:cNvPr id="7" name="Slide Number Placeholder 6"/>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246282285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6175" y="1122363"/>
            <a:ext cx="11034445" cy="2387600"/>
          </a:xfrm>
        </p:spPr>
        <p:txBody>
          <a:bodyPr anchor="b"/>
          <a:lstStyle>
            <a:lvl1pPr algn="l">
              <a:defRPr sz="6000"/>
            </a:lvl1pPr>
          </a:lstStyle>
          <a:p>
            <a:r>
              <a:rPr lang="en-US" dirty="0" smtClean="0"/>
              <a:t>Click to edit Master title style</a:t>
            </a:r>
            <a:endParaRPr lang="en-US" dirty="0"/>
          </a:p>
        </p:txBody>
      </p:sp>
      <p:sp>
        <p:nvSpPr>
          <p:cNvPr id="3" name="Subtitle 2"/>
          <p:cNvSpPr>
            <a:spLocks noGrp="1"/>
          </p:cNvSpPr>
          <p:nvPr>
            <p:ph type="subTitle" idx="1"/>
          </p:nvPr>
        </p:nvSpPr>
        <p:spPr>
          <a:xfrm>
            <a:off x="606175" y="3602038"/>
            <a:ext cx="11034445" cy="1655762"/>
          </a:xfrm>
        </p:spPr>
        <p:txBody>
          <a:bodyPr>
            <a:normAutofit/>
          </a:bodyPr>
          <a:lstStyle>
            <a:lvl1pPr marL="0" indent="0" algn="l">
              <a:buNone/>
              <a:defRPr sz="3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Tree>
    <p:extLst>
      <p:ext uri="{BB962C8B-B14F-4D97-AF65-F5344CB8AC3E}">
        <p14:creationId xmlns:p14="http://schemas.microsoft.com/office/powerpoint/2010/main" val="5570655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29382435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560798" y="2111604"/>
            <a:ext cx="11079822" cy="398097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
        <p:nvSpPr>
          <p:cNvPr id="5" name="Text Placeholder 4"/>
          <p:cNvSpPr>
            <a:spLocks noGrp="1"/>
          </p:cNvSpPr>
          <p:nvPr>
            <p:ph type="body" sz="quarter" idx="13" hasCustomPrompt="1"/>
          </p:nvPr>
        </p:nvSpPr>
        <p:spPr>
          <a:xfrm>
            <a:off x="560388" y="1534096"/>
            <a:ext cx="11080750" cy="437594"/>
          </a:xfrm>
        </p:spPr>
        <p:txBody>
          <a:bodyPr>
            <a:normAutofit/>
          </a:bodyPr>
          <a:lstStyle>
            <a:lvl1pPr marL="0" indent="0">
              <a:buFontTx/>
              <a:buNone/>
              <a:defRPr sz="2000" cap="all" baseline="0"/>
            </a:lvl1pPr>
            <a:lvl5pPr>
              <a:defRPr/>
            </a:lvl5pPr>
          </a:lstStyle>
          <a:p>
            <a:pPr lvl="0"/>
            <a:r>
              <a:rPr lang="en-US" dirty="0" smtClean="0"/>
              <a:t>Secondary refining headline</a:t>
            </a:r>
            <a:endParaRPr lang="en-US" dirty="0"/>
          </a:p>
        </p:txBody>
      </p:sp>
    </p:spTree>
    <p:extLst>
      <p:ext uri="{BB962C8B-B14F-4D97-AF65-F5344CB8AC3E}">
        <p14:creationId xmlns:p14="http://schemas.microsoft.com/office/powerpoint/2010/main" val="383566964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4583401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0798" y="416497"/>
            <a:ext cx="11079822" cy="922110"/>
          </a:xfrm>
        </p:spPr>
        <p:txBody>
          <a:bodyPr>
            <a:normAutofit/>
          </a:bodyPr>
          <a:lstStyle>
            <a:lvl1pPr>
              <a:defRPr sz="4400"/>
            </a:lvl1pPr>
          </a:lstStyle>
          <a:p>
            <a:r>
              <a:rPr lang="en-US" smtClean="0"/>
              <a:t>Click to edit Master title style</a:t>
            </a:r>
            <a:endParaRPr lang="en-US"/>
          </a:p>
        </p:txBody>
      </p:sp>
      <p:sp>
        <p:nvSpPr>
          <p:cNvPr id="5" name="Slide Number Placeholder 4"/>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graphicFrame>
        <p:nvGraphicFramePr>
          <p:cNvPr id="6" name="Table 5"/>
          <p:cNvGraphicFramePr>
            <a:graphicFrameLocks noGrp="1"/>
          </p:cNvGraphicFramePr>
          <p:nvPr userDrawn="1">
            <p:extLst/>
          </p:nvPr>
        </p:nvGraphicFramePr>
        <p:xfrm>
          <a:off x="584200" y="1476596"/>
          <a:ext cx="11056420" cy="4320392"/>
        </p:xfrm>
        <a:graphic>
          <a:graphicData uri="http://schemas.openxmlformats.org/drawingml/2006/table">
            <a:tbl>
              <a:tblPr firstRow="1" bandRow="1">
                <a:tableStyleId>{5C22544A-7EE6-4342-B048-85BDC9FD1C3A}</a:tableStyleId>
              </a:tblPr>
              <a:tblGrid>
                <a:gridCol w="2764105">
                  <a:extLst>
                    <a:ext uri="{9D8B030D-6E8A-4147-A177-3AD203B41FA5}">
                      <a16:colId xmlns:a16="http://schemas.microsoft.com/office/drawing/2014/main" val="20000"/>
                    </a:ext>
                  </a:extLst>
                </a:gridCol>
                <a:gridCol w="2764105">
                  <a:extLst>
                    <a:ext uri="{9D8B030D-6E8A-4147-A177-3AD203B41FA5}">
                      <a16:colId xmlns:a16="http://schemas.microsoft.com/office/drawing/2014/main" val="20001"/>
                    </a:ext>
                  </a:extLst>
                </a:gridCol>
                <a:gridCol w="2764105">
                  <a:extLst>
                    <a:ext uri="{9D8B030D-6E8A-4147-A177-3AD203B41FA5}">
                      <a16:colId xmlns:a16="http://schemas.microsoft.com/office/drawing/2014/main" val="20002"/>
                    </a:ext>
                  </a:extLst>
                </a:gridCol>
                <a:gridCol w="2764105">
                  <a:extLst>
                    <a:ext uri="{9D8B030D-6E8A-4147-A177-3AD203B41FA5}">
                      <a16:colId xmlns:a16="http://schemas.microsoft.com/office/drawing/2014/main" val="20003"/>
                    </a:ext>
                  </a:extLst>
                </a:gridCol>
              </a:tblGrid>
              <a:tr h="644435">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2000" dirty="0" smtClean="0">
                          <a:solidFill>
                            <a:schemeClr val="bg1"/>
                          </a:solidFill>
                        </a:rPr>
                        <a:t>Heading</a:t>
                      </a:r>
                      <a:endParaRPr lang="en-US" sz="20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225319">
                <a:tc>
                  <a:txBody>
                    <a:bodyPr/>
                    <a:lstStyle/>
                    <a:p>
                      <a:r>
                        <a:rPr lang="en-US" sz="1600" dirty="0" smtClean="0">
                          <a:solidFill>
                            <a:srgbClr val="3C454F"/>
                          </a:solidFill>
                        </a:rPr>
                        <a:t>Content</a:t>
                      </a:r>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2253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2253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3C454F"/>
                          </a:solidFill>
                        </a:rPr>
                        <a:t>Content</a:t>
                      </a:r>
                    </a:p>
                    <a:p>
                      <a:endParaRPr lang="en-US" sz="1600" dirty="0">
                        <a:solidFill>
                          <a:srgbClr val="3C454F"/>
                        </a:solidFill>
                      </a:endParaRPr>
                    </a:p>
                  </a:txBody>
                  <a:tcPr marL="137160" marR="137160" marT="137160" marB="13716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3696426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903414"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142161272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745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0798" y="457199"/>
            <a:ext cx="4211227" cy="1936679"/>
          </a:xfrm>
        </p:spPr>
        <p:txBody>
          <a:bodyPr anchor="b">
            <a:noAutofit/>
          </a:bodyPr>
          <a:lstStyle>
            <a:lvl1pPr>
              <a:defRPr sz="40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457432" cy="4873625"/>
          </a:xfrm>
        </p:spPr>
        <p:txBody>
          <a:bodyPr/>
          <a:lstStyle>
            <a:lvl1pPr>
              <a:defRPr sz="3200">
                <a:latin typeface="+mj-lt"/>
              </a:defRPr>
            </a:lvl1pPr>
            <a:lvl2pPr>
              <a:defRPr sz="2800">
                <a:latin typeface="+mj-lt"/>
              </a:defRPr>
            </a:lvl2pPr>
            <a:lvl3pPr>
              <a:defRPr sz="2400">
                <a:latin typeface="+mj-lt"/>
              </a:defRPr>
            </a:lvl3pPr>
            <a:lvl4pPr>
              <a:defRPr sz="2000">
                <a:latin typeface="+mj-lt"/>
              </a:defRPr>
            </a:lvl4pPr>
            <a:lvl5pPr>
              <a:defRPr sz="2000">
                <a:latin typeface="+mj-lt"/>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60798" y="2604070"/>
            <a:ext cx="4211227" cy="326491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smtClean="0"/>
              <a:t>Click to edit Master text styles</a:t>
            </a:r>
          </a:p>
        </p:txBody>
      </p:sp>
      <p:sp>
        <p:nvSpPr>
          <p:cNvPr id="7" name="Slide Number Placeholder 6"/>
          <p:cNvSpPr>
            <a:spLocks noGrp="1"/>
          </p:cNvSpPr>
          <p:nvPr>
            <p:ph type="sldNum" sz="quarter" idx="12"/>
          </p:nvPr>
        </p:nvSpPr>
        <p:spPr>
          <a:xfrm>
            <a:off x="8897420" y="6256216"/>
            <a:ext cx="2743200" cy="365125"/>
          </a:xfrm>
          <a:prstGeom prst="rect">
            <a:avLst/>
          </a:prstGeom>
        </p:spPr>
        <p:txBody>
          <a:bodyPr/>
          <a:lstStyle/>
          <a:p>
            <a:fld id="{0A164282-434E-41D4-9582-783D542A7B68}" type="slidenum">
              <a:rPr lang="en-US" smtClean="0"/>
              <a:t>‹#›</a:t>
            </a:fld>
            <a:endParaRPr lang="en-US"/>
          </a:p>
        </p:txBody>
      </p:sp>
    </p:spTree>
    <p:extLst>
      <p:ext uri="{BB962C8B-B14F-4D97-AF65-F5344CB8AC3E}">
        <p14:creationId xmlns:p14="http://schemas.microsoft.com/office/powerpoint/2010/main" val="371586439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Logo on Background">
    <p:bg>
      <p:bgPr>
        <a:solidFill>
          <a:schemeClr val="tx1">
            <a:lumMod val="60000"/>
            <a:lumOff val="40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a:srcRect l="18401" r="13953" b="6064"/>
          <a:stretch/>
        </p:blipFill>
        <p:spPr>
          <a:xfrm>
            <a:off x="-27709" y="3033966"/>
            <a:ext cx="12219709" cy="3865597"/>
          </a:xfrm>
          <a:prstGeom prst="rect">
            <a:avLst/>
          </a:prstGeom>
        </p:spPr>
      </p:pic>
      <p:pic>
        <p:nvPicPr>
          <p:cNvPr id="7" name="Picture 6"/>
          <p:cNvPicPr>
            <a:picLocks noChangeAspect="1"/>
          </p:cNvPicPr>
          <p:nvPr userDrawn="1"/>
        </p:nvPicPr>
        <p:blipFill rotWithShape="1">
          <a:blip r:embed="rId2"/>
          <a:srcRect l="18401" r="13953" b="6064"/>
          <a:stretch/>
        </p:blipFill>
        <p:spPr>
          <a:xfrm>
            <a:off x="-27709" y="3033966"/>
            <a:ext cx="12219709" cy="3865597"/>
          </a:xfrm>
          <a:prstGeom prst="rect">
            <a:avLst/>
          </a:prstGeom>
        </p:spPr>
      </p:pic>
      <p:pic>
        <p:nvPicPr>
          <p:cNvPr id="8" name="Picture 7"/>
          <p:cNvPicPr>
            <a:picLocks noChangeAspect="1"/>
          </p:cNvPicPr>
          <p:nvPr userDrawn="1"/>
        </p:nvPicPr>
        <p:blipFill>
          <a:blip r:embed="rId3"/>
          <a:stretch>
            <a:fillRect/>
          </a:stretch>
        </p:blipFill>
        <p:spPr>
          <a:xfrm>
            <a:off x="9851688" y="5532552"/>
            <a:ext cx="2470462" cy="1025683"/>
          </a:xfrm>
          <a:prstGeom prst="rect">
            <a:avLst/>
          </a:prstGeom>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0911839" y="4847629"/>
            <a:ext cx="735979" cy="92531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164033" y="4608576"/>
            <a:ext cx="947270" cy="923976"/>
          </a:xfrm>
          <a:prstGeom prst="rect">
            <a:avLst/>
          </a:prstGeom>
        </p:spPr>
      </p:pic>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211461" y="2311884"/>
            <a:ext cx="3769076" cy="1386430"/>
          </a:xfrm>
          <a:prstGeom prst="rect">
            <a:avLst/>
          </a:prstGeom>
        </p:spPr>
      </p:pic>
    </p:spTree>
    <p:extLst>
      <p:ext uri="{BB962C8B-B14F-4D97-AF65-F5344CB8AC3E}">
        <p14:creationId xmlns:p14="http://schemas.microsoft.com/office/powerpoint/2010/main" val="2982542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800"/>
            <a:ext cx="11151917" cy="946413"/>
          </a:xfrm>
        </p:spPr>
        <p:txBody>
          <a:bodyPr/>
          <a:lstStyle>
            <a:lvl1pPr marL="3175" indent="0">
              <a:spcBef>
                <a:spcPts val="0"/>
              </a:spcBef>
              <a:spcAft>
                <a:spcPts val="900"/>
              </a:spcAft>
              <a:buSzPct val="80000"/>
              <a:buFont typeface="Arial" pitchFamily="34" charset="0"/>
              <a:buNone/>
              <a:defRPr sz="4000" spc="-100" baseline="0">
                <a:gradFill>
                  <a:gsLst>
                    <a:gs pos="0">
                      <a:srgbClr val="595959"/>
                    </a:gs>
                    <a:gs pos="86000">
                      <a:srgbClr val="595959"/>
                    </a:gs>
                  </a:gsLst>
                  <a:lin ang="5400000" scaled="0"/>
                </a:gradFill>
                <a:latin typeface="Segoe UI Light" pitchFamily="34" charset="0"/>
              </a:defRPr>
            </a:lvl1pPr>
            <a:lvl2pPr marL="3175" indent="0">
              <a:spcBef>
                <a:spcPts val="0"/>
              </a:spcBef>
              <a:buSzPct val="80000"/>
              <a:buFont typeface="Arial" pitchFamily="34" charset="0"/>
              <a:buNone/>
              <a:defRPr sz="2000" spc="-50" baseline="0">
                <a:gradFill>
                  <a:gsLst>
                    <a:gs pos="0">
                      <a:srgbClr val="595959"/>
                    </a:gs>
                    <a:gs pos="86000">
                      <a:srgbClr val="595959"/>
                    </a:gs>
                  </a:gsLst>
                  <a:lin ang="5400000" scaled="0"/>
                </a:gradFill>
              </a:defRPr>
            </a:lvl2pPr>
            <a:lvl3pPr marL="1258888" indent="-40322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604963" indent="-34607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941513" indent="-33655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2358027781"/>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800"/>
            <a:ext cx="11151917" cy="946413"/>
          </a:xfrm>
        </p:spPr>
        <p:txBody>
          <a:bodyPr/>
          <a:lstStyle>
            <a:lvl1pPr marL="3175" indent="0">
              <a:spcBef>
                <a:spcPts val="0"/>
              </a:spcBef>
              <a:spcAft>
                <a:spcPts val="900"/>
              </a:spcAft>
              <a:buSzPct val="80000"/>
              <a:buFont typeface="Arial" pitchFamily="34" charset="0"/>
              <a:buNone/>
              <a:defRPr sz="4000" spc="-100" baseline="0">
                <a:gradFill>
                  <a:gsLst>
                    <a:gs pos="0">
                      <a:srgbClr val="595959"/>
                    </a:gs>
                    <a:gs pos="86000">
                      <a:srgbClr val="595959"/>
                    </a:gs>
                  </a:gsLst>
                  <a:lin ang="5400000" scaled="0"/>
                </a:gradFill>
                <a:latin typeface="Segoe UI Light" pitchFamily="34" charset="0"/>
              </a:defRPr>
            </a:lvl1pPr>
            <a:lvl2pPr marL="3175" indent="0">
              <a:spcBef>
                <a:spcPts val="0"/>
              </a:spcBef>
              <a:buSzPct val="80000"/>
              <a:buFont typeface="Arial" pitchFamily="34" charset="0"/>
              <a:buNone/>
              <a:defRPr sz="2000" spc="-50" baseline="0">
                <a:gradFill>
                  <a:gsLst>
                    <a:gs pos="0">
                      <a:srgbClr val="595959"/>
                    </a:gs>
                    <a:gs pos="86000">
                      <a:srgbClr val="595959"/>
                    </a:gs>
                  </a:gsLst>
                  <a:lin ang="5400000" scaled="0"/>
                </a:gradFill>
              </a:defRPr>
            </a:lvl2pPr>
            <a:lvl3pPr marL="1258888" indent="-40322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604963" indent="-34607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941513" indent="-33655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1819396922"/>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800"/>
            <a:ext cx="11151917" cy="946413"/>
          </a:xfrm>
        </p:spPr>
        <p:txBody>
          <a:bodyPr/>
          <a:lstStyle>
            <a:lvl1pPr marL="3175" indent="0">
              <a:spcBef>
                <a:spcPts val="0"/>
              </a:spcBef>
              <a:spcAft>
                <a:spcPts val="900"/>
              </a:spcAft>
              <a:buSzPct val="80000"/>
              <a:buFont typeface="Arial" pitchFamily="34" charset="0"/>
              <a:buNone/>
              <a:defRPr sz="4000" spc="-100" baseline="0">
                <a:gradFill>
                  <a:gsLst>
                    <a:gs pos="0">
                      <a:srgbClr val="595959"/>
                    </a:gs>
                    <a:gs pos="86000">
                      <a:srgbClr val="595959"/>
                    </a:gs>
                  </a:gsLst>
                  <a:lin ang="5400000" scaled="0"/>
                </a:gradFill>
                <a:latin typeface="Segoe UI Light" pitchFamily="34" charset="0"/>
              </a:defRPr>
            </a:lvl1pPr>
            <a:lvl2pPr marL="3175" indent="0">
              <a:spcBef>
                <a:spcPts val="0"/>
              </a:spcBef>
              <a:buSzPct val="80000"/>
              <a:buFont typeface="Arial" pitchFamily="34" charset="0"/>
              <a:buNone/>
              <a:defRPr sz="2000" spc="-50" baseline="0">
                <a:gradFill>
                  <a:gsLst>
                    <a:gs pos="0">
                      <a:srgbClr val="595959"/>
                    </a:gs>
                    <a:gs pos="86000">
                      <a:srgbClr val="595959"/>
                    </a:gs>
                  </a:gsLst>
                  <a:lin ang="5400000" scaled="0"/>
                </a:gradFill>
              </a:defRPr>
            </a:lvl2pPr>
            <a:lvl3pPr marL="1258888" indent="-40322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604963" indent="-34607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941513" indent="-33655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3115503087"/>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800"/>
            <a:ext cx="11151917" cy="946413"/>
          </a:xfrm>
        </p:spPr>
        <p:txBody>
          <a:bodyPr/>
          <a:lstStyle>
            <a:lvl1pPr marL="3175" indent="0">
              <a:spcBef>
                <a:spcPts val="0"/>
              </a:spcBef>
              <a:spcAft>
                <a:spcPts val="900"/>
              </a:spcAft>
              <a:buSzPct val="80000"/>
              <a:buFont typeface="Arial" pitchFamily="34" charset="0"/>
              <a:buNone/>
              <a:defRPr sz="4000" spc="-100" baseline="0">
                <a:gradFill>
                  <a:gsLst>
                    <a:gs pos="0">
                      <a:srgbClr val="595959"/>
                    </a:gs>
                    <a:gs pos="86000">
                      <a:srgbClr val="595959"/>
                    </a:gs>
                  </a:gsLst>
                  <a:lin ang="5400000" scaled="0"/>
                </a:gradFill>
                <a:latin typeface="Segoe UI Light" pitchFamily="34" charset="0"/>
              </a:defRPr>
            </a:lvl1pPr>
            <a:lvl2pPr marL="3175" indent="0">
              <a:spcBef>
                <a:spcPts val="0"/>
              </a:spcBef>
              <a:buSzPct val="80000"/>
              <a:buFont typeface="Arial" pitchFamily="34" charset="0"/>
              <a:buNone/>
              <a:defRPr sz="2000" spc="-50" baseline="0">
                <a:gradFill>
                  <a:gsLst>
                    <a:gs pos="0">
                      <a:srgbClr val="595959"/>
                    </a:gs>
                    <a:gs pos="86000">
                      <a:srgbClr val="595959"/>
                    </a:gs>
                  </a:gsLst>
                  <a:lin ang="5400000" scaled="0"/>
                </a:gradFill>
              </a:defRPr>
            </a:lvl2pPr>
            <a:lvl3pPr marL="1258888" indent="-40322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604963" indent="-34607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941513" indent="-33655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1866799547"/>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1_Demo, Video etc. &quot;special&quot; slides">
    <p:bg>
      <p:bgPr>
        <a:solidFill>
          <a:schemeClr val="accent1">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1">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7715394" y="2136047"/>
            <a:ext cx="3500039" cy="2114058"/>
            <a:chOff x="1411369" y="3975421"/>
            <a:chExt cx="1714604" cy="1035908"/>
          </a:xfrm>
        </p:grpSpPr>
        <p:sp>
          <p:nvSpPr>
            <p:cNvPr id="12" name="Freeform 6"/>
            <p:cNvSpPr>
              <a:spLocks/>
            </p:cNvSpPr>
            <p:nvPr userDrawn="1"/>
          </p:nvSpPr>
          <p:spPr bwMode="auto">
            <a:xfrm>
              <a:off x="1900471" y="3975421"/>
              <a:ext cx="1225502" cy="656717"/>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5" name="Freeform 7"/>
            <p:cNvSpPr>
              <a:spLocks/>
            </p:cNvSpPr>
            <p:nvPr userDrawn="1"/>
          </p:nvSpPr>
          <p:spPr bwMode="auto">
            <a:xfrm>
              <a:off x="1411369" y="4269433"/>
              <a:ext cx="1390368" cy="741896"/>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a:p>
          </p:txBody>
        </p:sp>
      </p:grpSp>
    </p:spTree>
    <p:extLst>
      <p:ext uri="{BB962C8B-B14F-4D97-AF65-F5344CB8AC3E}">
        <p14:creationId xmlns:p14="http://schemas.microsoft.com/office/powerpoint/2010/main" val="642641766"/>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800"/>
            <a:ext cx="11151917" cy="946413"/>
          </a:xfrm>
        </p:spPr>
        <p:txBody>
          <a:bodyPr/>
          <a:lstStyle>
            <a:lvl1pPr marL="3175" indent="0">
              <a:spcBef>
                <a:spcPts val="0"/>
              </a:spcBef>
              <a:spcAft>
                <a:spcPts val="900"/>
              </a:spcAft>
              <a:buSzPct val="80000"/>
              <a:buFont typeface="Arial" pitchFamily="34" charset="0"/>
              <a:buNone/>
              <a:defRPr sz="4000" spc="-100" baseline="0">
                <a:gradFill>
                  <a:gsLst>
                    <a:gs pos="0">
                      <a:srgbClr val="595959"/>
                    </a:gs>
                    <a:gs pos="86000">
                      <a:srgbClr val="595959"/>
                    </a:gs>
                  </a:gsLst>
                  <a:lin ang="5400000" scaled="0"/>
                </a:gradFill>
                <a:latin typeface="Segoe UI Light" pitchFamily="34" charset="0"/>
              </a:defRPr>
            </a:lvl1pPr>
            <a:lvl2pPr marL="3175" indent="0">
              <a:spcBef>
                <a:spcPts val="0"/>
              </a:spcBef>
              <a:buSzPct val="80000"/>
              <a:buFont typeface="Arial" pitchFamily="34" charset="0"/>
              <a:buNone/>
              <a:defRPr sz="2000" spc="-50" baseline="0">
                <a:gradFill>
                  <a:gsLst>
                    <a:gs pos="0">
                      <a:srgbClr val="595959"/>
                    </a:gs>
                    <a:gs pos="86000">
                      <a:srgbClr val="595959"/>
                    </a:gs>
                  </a:gsLst>
                  <a:lin ang="5400000" scaled="0"/>
                </a:gradFill>
              </a:defRPr>
            </a:lvl2pPr>
            <a:lvl3pPr marL="1258888" indent="-40322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604963" indent="-34607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941513" indent="-33655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2954403983"/>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269239" y="1189177"/>
            <a:ext cx="11653523" cy="1985641"/>
          </a:xfrm>
        </p:spPr>
        <p:txBody>
          <a:bodyPr/>
          <a:lstStyle>
            <a:lvl1pPr marL="0" indent="0">
              <a:buNone/>
              <a:defRPr>
                <a:gradFill>
                  <a:gsLst>
                    <a:gs pos="20354">
                      <a:schemeClr val="tx2"/>
                    </a:gs>
                    <a:gs pos="40000">
                      <a:schemeClr val="tx2"/>
                    </a:gs>
                  </a:gsLst>
                  <a:lin ang="5400000" scaled="0"/>
                </a:gradFill>
              </a:defRPr>
            </a:lvl1pPr>
            <a:lvl2pPr marL="0" indent="0">
              <a:buFontTx/>
              <a:buNone/>
              <a:defRPr sz="1961"/>
            </a:lvl2pPr>
            <a:lvl3pPr marL="224079" indent="0">
              <a:buNone/>
              <a:defRPr/>
            </a:lvl3pPr>
            <a:lvl4pPr marL="448157" indent="0">
              <a:buNone/>
              <a:defRPr/>
            </a:lvl4pPr>
            <a:lvl5pPr marL="672236" indent="0">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4336236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5.emf"/><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microsoft.com/office/2007/relationships/hdphoto" Target="../media/hdphoto1.wdp"/><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10" Type="http://schemas.openxmlformats.org/officeDocument/2006/relationships/image" Target="../media/image5.emf"/><Relationship Id="rId4" Type="http://schemas.openxmlformats.org/officeDocument/2006/relationships/slideLayout" Target="../slideLayouts/slideLayout21.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10" Type="http://schemas.openxmlformats.org/officeDocument/2006/relationships/image" Target="../media/image5.emf"/><Relationship Id="rId4" Type="http://schemas.openxmlformats.org/officeDocument/2006/relationships/slideLayout" Target="../slideLayouts/slideLayout29.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5" Type="http://schemas.openxmlformats.org/officeDocument/2006/relationships/slideLayout" Target="../slideLayouts/slideLayout38.xml"/><Relationship Id="rId10" Type="http://schemas.openxmlformats.org/officeDocument/2006/relationships/image" Target="../media/image5.emf"/><Relationship Id="rId4" Type="http://schemas.openxmlformats.org/officeDocument/2006/relationships/slideLayout" Target="../slideLayouts/slideLayout37.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5" Type="http://schemas.openxmlformats.org/officeDocument/2006/relationships/slideLayout" Target="../slideLayouts/slideLayout46.xml"/><Relationship Id="rId10" Type="http://schemas.openxmlformats.org/officeDocument/2006/relationships/image" Target="../media/image5.emf"/><Relationship Id="rId4" Type="http://schemas.openxmlformats.org/officeDocument/2006/relationships/slideLayout" Target="../slideLayouts/slideLayout45.xml"/><Relationship Id="rId9"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5" Type="http://schemas.openxmlformats.org/officeDocument/2006/relationships/slideLayout" Target="../slideLayouts/slideLayout54.xml"/><Relationship Id="rId4" Type="http://schemas.openxmlformats.org/officeDocument/2006/relationships/slideLayout" Target="../slideLayouts/slideLayout53.xml"/><Relationship Id="rId9" Type="http://schemas.openxmlformats.org/officeDocument/2006/relationships/image" Target="../media/image5.emf"/></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image" Target="../media/image5.emf"/><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theme" Target="../theme/theme8.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microsoft.com/office/2007/relationships/hdphoto" Target="../media/hdphoto1.wdp"/><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10" Type="http://schemas.openxmlformats.org/officeDocument/2006/relationships/slideLayout" Target="../slideLayouts/slideLayout66.xml"/><Relationship Id="rId19" Type="http://schemas.openxmlformats.org/officeDocument/2006/relationships/image" Target="../media/image6.png"/><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289FD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6150" y="3765871"/>
            <a:ext cx="10515600" cy="1325563"/>
          </a:xfrm>
          <a:prstGeom prst="rect">
            <a:avLst/>
          </a:prstGeom>
        </p:spPr>
        <p:txBody>
          <a:bodyPr vert="horz" lIns="91440" tIns="45720" rIns="91440" bIns="45720" rtlCol="0" anchor="t">
            <a:noAutofit/>
          </a:bodyPr>
          <a:lstStyle/>
          <a:p>
            <a:r>
              <a:rPr lang="en-US" dirty="0" smtClean="0"/>
              <a:t>Topic/Title</a:t>
            </a:r>
            <a:endParaRPr lang="en-US" dirty="0"/>
          </a:p>
        </p:txBody>
      </p:sp>
      <p:sp>
        <p:nvSpPr>
          <p:cNvPr id="3" name="Text Placeholder 2"/>
          <p:cNvSpPr>
            <a:spLocks noGrp="1"/>
          </p:cNvSpPr>
          <p:nvPr>
            <p:ph type="body" idx="1"/>
          </p:nvPr>
        </p:nvSpPr>
        <p:spPr>
          <a:xfrm>
            <a:off x="5739829" y="5363109"/>
            <a:ext cx="5911921" cy="813853"/>
          </a:xfrm>
          <a:prstGeom prst="rect">
            <a:avLst/>
          </a:prstGeom>
        </p:spPr>
        <p:txBody>
          <a:bodyPr vert="horz" lIns="91440" tIns="45720" rIns="91440" bIns="45720" rtlCol="0">
            <a:normAutofit/>
          </a:bodyPr>
          <a:lstStyle/>
          <a:p>
            <a:pPr lvl="0"/>
            <a:r>
              <a:rPr lang="en-US" dirty="0" smtClean="0"/>
              <a:t>Presenter Name</a:t>
            </a:r>
          </a:p>
          <a:p>
            <a:pPr lvl="0"/>
            <a:r>
              <a:rPr lang="en-US" dirty="0" smtClean="0"/>
              <a:t>Title</a:t>
            </a:r>
            <a:endParaRPr lang="en-US" dirty="0"/>
          </a:p>
        </p:txBody>
      </p:sp>
    </p:spTree>
    <p:extLst>
      <p:ext uri="{BB962C8B-B14F-4D97-AF65-F5344CB8AC3E}">
        <p14:creationId xmlns:p14="http://schemas.microsoft.com/office/powerpoint/2010/main" val="3886327376"/>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806" r:id="rId6"/>
  </p:sldLayoutIdLst>
  <p:txStyles>
    <p:titleStyle>
      <a:lvl1pPr algn="r" defTabSz="914400" rtl="0" eaLnBrk="1" latinLnBrk="0" hangingPunct="1">
        <a:lnSpc>
          <a:spcPct val="90000"/>
        </a:lnSpc>
        <a:spcBef>
          <a:spcPct val="0"/>
        </a:spcBef>
        <a:buNone/>
        <a:defRPr sz="9600" kern="1200">
          <a:solidFill>
            <a:schemeClr val="bg1"/>
          </a:solidFill>
          <a:latin typeface="Segoe UI Light" panose="020B0502040204020203" pitchFamily="34" charset="0"/>
          <a:ea typeface="+mj-ea"/>
          <a:cs typeface="Segoe UI Light" panose="020B0502040204020203" pitchFamily="34" charset="0"/>
        </a:defRPr>
      </a:lvl1pPr>
    </p:titleStyle>
    <p:bodyStyle>
      <a:lvl1pPr marL="0" indent="0" algn="r" defTabSz="914400" rtl="0" eaLnBrk="1" latinLnBrk="0" hangingPunct="1">
        <a:lnSpc>
          <a:spcPct val="90000"/>
        </a:lnSpc>
        <a:spcBef>
          <a:spcPts val="1000"/>
        </a:spcBef>
        <a:buFont typeface="Arial" panose="020B0604020202020204" pitchFamily="34" charset="0"/>
        <a:buNone/>
        <a:defRPr sz="1800" b="0" kern="1200">
          <a:solidFill>
            <a:srgbClr val="1D4380"/>
          </a:solidFill>
          <a:latin typeface="Segoe UI Semibold" panose="020B0702040204020203" pitchFamily="34" charset="0"/>
          <a:ea typeface="+mn-ea"/>
          <a:cs typeface="Segoe UI Semibold" panose="020B07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Light" panose="020B0502040204020203" pitchFamily="34" charset="0"/>
          <a:ea typeface="+mn-ea"/>
          <a:cs typeface="Segoe UI Light"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Light" panose="020B0502040204020203" pitchFamily="34" charset="0"/>
          <a:ea typeface="+mn-ea"/>
          <a:cs typeface="Segoe UI Light"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Light" panose="020B0502040204020203" pitchFamily="34" charset="0"/>
          <a:ea typeface="+mn-ea"/>
          <a:cs typeface="Segoe UI Light"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Light" panose="020B0502040204020203" pitchFamily="34" charset="0"/>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171B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0798" y="416496"/>
            <a:ext cx="11079822"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60798" y="1876996"/>
            <a:ext cx="11079822" cy="421557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7" name="Picture 6"/>
          <p:cNvPicPr>
            <a:picLocks noChangeAspect="1"/>
          </p:cNvPicPr>
          <p:nvPr userDrawn="1"/>
        </p:nvPicPr>
        <p:blipFill>
          <a:blip r:embed="rId13"/>
          <a:stretch>
            <a:fillRect/>
          </a:stretch>
        </p:blipFill>
        <p:spPr>
          <a:xfrm>
            <a:off x="448633" y="-1916710"/>
            <a:ext cx="1916710" cy="1916710"/>
          </a:xfrm>
          <a:prstGeom prst="rect">
            <a:avLst/>
          </a:prstGeom>
        </p:spPr>
      </p:pic>
      <p:sp>
        <p:nvSpPr>
          <p:cNvPr id="8" name="Rectangle 7"/>
          <p:cNvSpPr/>
          <p:nvPr userDrawn="1"/>
        </p:nvSpPr>
        <p:spPr>
          <a:xfrm>
            <a:off x="2516172" y="-1299953"/>
            <a:ext cx="848413" cy="683197"/>
          </a:xfrm>
          <a:prstGeom prst="rect">
            <a:avLst/>
          </a:prstGeom>
          <a:solidFill>
            <a:srgbClr val="289F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3468279" y="-1299953"/>
            <a:ext cx="848413" cy="683197"/>
          </a:xfrm>
          <a:prstGeom prst="rect">
            <a:avLst/>
          </a:prstGeom>
          <a:solidFill>
            <a:srgbClr val="80B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4467521" y="-1299953"/>
            <a:ext cx="848413" cy="683197"/>
          </a:xfrm>
          <a:prstGeom prst="rect">
            <a:avLst/>
          </a:prstGeom>
          <a:solidFill>
            <a:srgbClr val="3C4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5400774" y="-1299953"/>
            <a:ext cx="848413" cy="683197"/>
          </a:xfrm>
          <a:prstGeom prst="rect">
            <a:avLst/>
          </a:prstGeom>
          <a:solidFill>
            <a:srgbClr val="E34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6334027" y="-1299953"/>
            <a:ext cx="848413" cy="683197"/>
          </a:xfrm>
          <a:prstGeom prst="rect">
            <a:avLst/>
          </a:prstGeom>
          <a:solidFill>
            <a:srgbClr val="0171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7304987" y="-1299953"/>
            <a:ext cx="848413" cy="683197"/>
          </a:xfrm>
          <a:prstGeom prst="rect">
            <a:avLst/>
          </a:prstGeom>
          <a:solidFill>
            <a:srgbClr val="1D4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1" y="0"/>
            <a:ext cx="123290" cy="6858000"/>
          </a:xfrm>
          <a:prstGeom prst="rect">
            <a:avLst/>
          </a:prstGeom>
          <a:solidFill>
            <a:srgbClr val="289F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17"/>
          <p:cNvSpPr>
            <a:spLocks noGrp="1"/>
          </p:cNvSpPr>
          <p:nvPr>
            <p:ph type="sldNum" sz="quarter" idx="4"/>
          </p:nvPr>
        </p:nvSpPr>
        <p:spPr>
          <a:xfrm>
            <a:off x="8897420" y="6274158"/>
            <a:ext cx="2743200" cy="365125"/>
          </a:xfrm>
          <a:prstGeom prst="rect">
            <a:avLst/>
          </a:prstGeom>
        </p:spPr>
        <p:txBody>
          <a:bodyPr vert="horz" lIns="91440" tIns="45720" rIns="91440" bIns="45720" rtlCol="0" anchor="ctr"/>
          <a:lstStyle>
            <a:lvl1pPr algn="r">
              <a:defRPr sz="2000">
                <a:solidFill>
                  <a:srgbClr val="289FD7"/>
                </a:solidFill>
                <a:latin typeface="+mj-lt"/>
              </a:defRPr>
            </a:lvl1pPr>
          </a:lstStyle>
          <a:p>
            <a:fld id="{0D099E2A-118A-4377-8F98-2DF40BCBA9FE}" type="slidenum">
              <a:rPr lang="en-US" smtClean="0"/>
              <a:pPr/>
              <a:t>‹#›</a:t>
            </a:fld>
            <a:endParaRPr lang="en-US"/>
          </a:p>
        </p:txBody>
      </p:sp>
      <p:pic>
        <p:nvPicPr>
          <p:cNvPr id="14" name="Picture 13"/>
          <p:cNvPicPr>
            <a:picLocks noChangeAspect="1"/>
          </p:cNvPicPr>
          <p:nvPr userDrawn="1"/>
        </p:nvPicPr>
        <p:blipFill rotWithShape="1">
          <a:blip r:embed="rId14">
            <a:extLst>
              <a:ext uri="{BEBA8EAE-BF5A-486C-A8C5-ECC9F3942E4B}">
                <a14:imgProps xmlns:a14="http://schemas.microsoft.com/office/drawing/2010/main">
                  <a14:imgLayer r:embed="rId15">
                    <a14:imgEffect>
                      <a14:saturation sat="99000"/>
                    </a14:imgEffect>
                  </a14:imgLayer>
                </a14:imgProps>
              </a:ext>
            </a:extLst>
          </a:blip>
          <a:srcRect l="13121" r="14315"/>
          <a:stretch/>
        </p:blipFill>
        <p:spPr>
          <a:xfrm>
            <a:off x="0" y="4202437"/>
            <a:ext cx="12174584" cy="3578662"/>
          </a:xfrm>
          <a:prstGeom prst="rect">
            <a:avLst/>
          </a:prstGeom>
        </p:spPr>
      </p:pic>
    </p:spTree>
    <p:extLst>
      <p:ext uri="{BB962C8B-B14F-4D97-AF65-F5344CB8AC3E}">
        <p14:creationId xmlns:p14="http://schemas.microsoft.com/office/powerpoint/2010/main" val="353746960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73" r:id="rId3"/>
    <p:sldLayoutId id="2147483720" r:id="rId4"/>
    <p:sldLayoutId id="2147483779" r:id="rId5"/>
    <p:sldLayoutId id="2147483721" r:id="rId6"/>
    <p:sldLayoutId id="2147483726" r:id="rId7"/>
    <p:sldLayoutId id="2147483722" r:id="rId8"/>
    <p:sldLayoutId id="2147483786" r:id="rId9"/>
    <p:sldLayoutId id="2147483825" r:id="rId10"/>
    <p:sldLayoutId id="2147483826" r:id="rId11"/>
  </p:sldLayoutIdLst>
  <p:hf hdr="0" ftr="0" dt="0"/>
  <p:txStyles>
    <p:titleStyle>
      <a:lvl1pPr algn="l" defTabSz="914400" rtl="0" eaLnBrk="1" latinLnBrk="0" hangingPunct="1">
        <a:lnSpc>
          <a:spcPct val="90000"/>
        </a:lnSpc>
        <a:spcBef>
          <a:spcPct val="0"/>
        </a:spcBef>
        <a:buNone/>
        <a:defRPr sz="5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80B94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0798" y="416496"/>
            <a:ext cx="11079822"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60798" y="1876996"/>
            <a:ext cx="11079822" cy="421557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7" name="Picture 6"/>
          <p:cNvPicPr>
            <a:picLocks noChangeAspect="1"/>
          </p:cNvPicPr>
          <p:nvPr userDrawn="1"/>
        </p:nvPicPr>
        <p:blipFill>
          <a:blip r:embed="rId10"/>
          <a:stretch>
            <a:fillRect/>
          </a:stretch>
        </p:blipFill>
        <p:spPr>
          <a:xfrm>
            <a:off x="448633" y="-1916710"/>
            <a:ext cx="1916710" cy="1916710"/>
          </a:xfrm>
          <a:prstGeom prst="rect">
            <a:avLst/>
          </a:prstGeom>
        </p:spPr>
      </p:pic>
      <p:sp>
        <p:nvSpPr>
          <p:cNvPr id="8" name="Rectangle 7"/>
          <p:cNvSpPr/>
          <p:nvPr userDrawn="1"/>
        </p:nvSpPr>
        <p:spPr>
          <a:xfrm>
            <a:off x="2516172" y="-1299953"/>
            <a:ext cx="848413" cy="683197"/>
          </a:xfrm>
          <a:prstGeom prst="rect">
            <a:avLst/>
          </a:prstGeom>
          <a:solidFill>
            <a:srgbClr val="289F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3468279" y="-1299953"/>
            <a:ext cx="848413" cy="683197"/>
          </a:xfrm>
          <a:prstGeom prst="rect">
            <a:avLst/>
          </a:prstGeom>
          <a:solidFill>
            <a:srgbClr val="80B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4467521" y="-1299953"/>
            <a:ext cx="848413" cy="683197"/>
          </a:xfrm>
          <a:prstGeom prst="rect">
            <a:avLst/>
          </a:prstGeom>
          <a:solidFill>
            <a:srgbClr val="3C4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5400774" y="-1299953"/>
            <a:ext cx="848413" cy="683197"/>
          </a:xfrm>
          <a:prstGeom prst="rect">
            <a:avLst/>
          </a:prstGeom>
          <a:solidFill>
            <a:srgbClr val="E34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6334027" y="-1299953"/>
            <a:ext cx="848413" cy="683197"/>
          </a:xfrm>
          <a:prstGeom prst="rect">
            <a:avLst/>
          </a:prstGeom>
          <a:solidFill>
            <a:srgbClr val="0171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7304987" y="-1299953"/>
            <a:ext cx="848413" cy="683197"/>
          </a:xfrm>
          <a:prstGeom prst="rect">
            <a:avLst/>
          </a:prstGeom>
          <a:solidFill>
            <a:srgbClr val="1D4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1" y="0"/>
            <a:ext cx="123290" cy="6858000"/>
          </a:xfrm>
          <a:prstGeom prst="rect">
            <a:avLst/>
          </a:prstGeom>
          <a:solidFill>
            <a:srgbClr val="BDCD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17"/>
          <p:cNvSpPr>
            <a:spLocks noGrp="1"/>
          </p:cNvSpPr>
          <p:nvPr>
            <p:ph type="sldNum" sz="quarter" idx="4"/>
          </p:nvPr>
        </p:nvSpPr>
        <p:spPr>
          <a:xfrm>
            <a:off x="8897420" y="6274158"/>
            <a:ext cx="2743200" cy="365125"/>
          </a:xfrm>
          <a:prstGeom prst="rect">
            <a:avLst/>
          </a:prstGeom>
        </p:spPr>
        <p:txBody>
          <a:bodyPr vert="horz" lIns="91440" tIns="45720" rIns="91440" bIns="45720" rtlCol="0" anchor="ctr"/>
          <a:lstStyle>
            <a:lvl1pPr algn="r">
              <a:defRPr lang="en-US" smtClean="0">
                <a:solidFill>
                  <a:srgbClr val="BDCD2C"/>
                </a:solidFill>
              </a:defRPr>
            </a:lvl1pPr>
          </a:lstStyle>
          <a:p>
            <a:fld id="{0D099E2A-118A-4377-8F98-2DF40BCBA9FE}" type="slidenum">
              <a:rPr lang="en-US" smtClean="0"/>
              <a:pPr/>
              <a:t>‹#›</a:t>
            </a:fld>
            <a:endParaRPr lang="en-US" dirty="0"/>
          </a:p>
        </p:txBody>
      </p:sp>
    </p:spTree>
    <p:extLst>
      <p:ext uri="{BB962C8B-B14F-4D97-AF65-F5344CB8AC3E}">
        <p14:creationId xmlns:p14="http://schemas.microsoft.com/office/powerpoint/2010/main" val="3109791091"/>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74" r:id="rId3"/>
    <p:sldLayoutId id="2147483730" r:id="rId4"/>
    <p:sldLayoutId id="2147483780" r:id="rId5"/>
    <p:sldLayoutId id="2147483731" r:id="rId6"/>
    <p:sldLayoutId id="2147483732" r:id="rId7"/>
    <p:sldLayoutId id="2147483733" r:id="rId8"/>
  </p:sldLayoutIdLst>
  <p:hf hdr="0" ftr="0" dt="0"/>
  <p:txStyles>
    <p:titleStyle>
      <a:lvl1pPr algn="l" defTabSz="914400" rtl="0" eaLnBrk="1" latinLnBrk="0" hangingPunct="1">
        <a:lnSpc>
          <a:spcPct val="90000"/>
        </a:lnSpc>
        <a:spcBef>
          <a:spcPct val="0"/>
        </a:spcBef>
        <a:buNone/>
        <a:defRPr sz="5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3C454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0798" y="416496"/>
            <a:ext cx="11079822"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60798" y="1876996"/>
            <a:ext cx="11079822" cy="421557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7" name="Picture 6"/>
          <p:cNvPicPr>
            <a:picLocks noChangeAspect="1"/>
          </p:cNvPicPr>
          <p:nvPr userDrawn="1"/>
        </p:nvPicPr>
        <p:blipFill>
          <a:blip r:embed="rId10"/>
          <a:stretch>
            <a:fillRect/>
          </a:stretch>
        </p:blipFill>
        <p:spPr>
          <a:xfrm>
            <a:off x="448633" y="-1916710"/>
            <a:ext cx="1916710" cy="1916710"/>
          </a:xfrm>
          <a:prstGeom prst="rect">
            <a:avLst/>
          </a:prstGeom>
        </p:spPr>
      </p:pic>
      <p:sp>
        <p:nvSpPr>
          <p:cNvPr id="8" name="Rectangle 7"/>
          <p:cNvSpPr/>
          <p:nvPr userDrawn="1"/>
        </p:nvSpPr>
        <p:spPr>
          <a:xfrm>
            <a:off x="2516172" y="-1299953"/>
            <a:ext cx="848413" cy="683197"/>
          </a:xfrm>
          <a:prstGeom prst="rect">
            <a:avLst/>
          </a:prstGeom>
          <a:solidFill>
            <a:srgbClr val="289F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3468279" y="-1299953"/>
            <a:ext cx="848413" cy="683197"/>
          </a:xfrm>
          <a:prstGeom prst="rect">
            <a:avLst/>
          </a:prstGeom>
          <a:solidFill>
            <a:srgbClr val="80B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4467521" y="-1299953"/>
            <a:ext cx="848413" cy="683197"/>
          </a:xfrm>
          <a:prstGeom prst="rect">
            <a:avLst/>
          </a:prstGeom>
          <a:solidFill>
            <a:srgbClr val="3C4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5400774" y="-1299953"/>
            <a:ext cx="848413" cy="683197"/>
          </a:xfrm>
          <a:prstGeom prst="rect">
            <a:avLst/>
          </a:prstGeom>
          <a:solidFill>
            <a:srgbClr val="E34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6334027" y="-1299953"/>
            <a:ext cx="848413" cy="683197"/>
          </a:xfrm>
          <a:prstGeom prst="rect">
            <a:avLst/>
          </a:prstGeom>
          <a:solidFill>
            <a:srgbClr val="0171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7304987" y="-1299953"/>
            <a:ext cx="848413" cy="683197"/>
          </a:xfrm>
          <a:prstGeom prst="rect">
            <a:avLst/>
          </a:prstGeom>
          <a:solidFill>
            <a:srgbClr val="1D4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1" y="0"/>
            <a:ext cx="123290" cy="6858000"/>
          </a:xfrm>
          <a:prstGeom prst="rect">
            <a:avLst/>
          </a:prstGeom>
          <a:solidFill>
            <a:srgbClr val="6170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17"/>
          <p:cNvSpPr>
            <a:spLocks noGrp="1"/>
          </p:cNvSpPr>
          <p:nvPr>
            <p:ph type="sldNum" sz="quarter" idx="4"/>
          </p:nvPr>
        </p:nvSpPr>
        <p:spPr>
          <a:xfrm>
            <a:off x="8897420" y="6274158"/>
            <a:ext cx="2743200" cy="365125"/>
          </a:xfrm>
          <a:prstGeom prst="rect">
            <a:avLst/>
          </a:prstGeom>
        </p:spPr>
        <p:txBody>
          <a:bodyPr vert="horz" lIns="91440" tIns="45720" rIns="91440" bIns="45720" rtlCol="0" anchor="ctr"/>
          <a:lstStyle>
            <a:lvl1pPr algn="r">
              <a:defRPr lang="en-US" smtClean="0">
                <a:solidFill>
                  <a:srgbClr val="617081"/>
                </a:solidFill>
              </a:defRPr>
            </a:lvl1pPr>
          </a:lstStyle>
          <a:p>
            <a:fld id="{0D099E2A-118A-4377-8F98-2DF40BCBA9FE}" type="slidenum">
              <a:rPr lang="en-US" smtClean="0"/>
              <a:pPr/>
              <a:t>‹#›</a:t>
            </a:fld>
            <a:endParaRPr lang="en-US" dirty="0"/>
          </a:p>
        </p:txBody>
      </p:sp>
    </p:spTree>
    <p:extLst>
      <p:ext uri="{BB962C8B-B14F-4D97-AF65-F5344CB8AC3E}">
        <p14:creationId xmlns:p14="http://schemas.microsoft.com/office/powerpoint/2010/main" val="2651586203"/>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75" r:id="rId3"/>
    <p:sldLayoutId id="2147483737" r:id="rId4"/>
    <p:sldLayoutId id="2147483781" r:id="rId5"/>
    <p:sldLayoutId id="2147483738" r:id="rId6"/>
    <p:sldLayoutId id="2147483739" r:id="rId7"/>
    <p:sldLayoutId id="2147483740" r:id="rId8"/>
  </p:sldLayoutIdLst>
  <p:hf hdr="0" ftr="0" dt="0"/>
  <p:txStyles>
    <p:titleStyle>
      <a:lvl1pPr algn="l" defTabSz="914400" rtl="0" eaLnBrk="1" latinLnBrk="0" hangingPunct="1">
        <a:lnSpc>
          <a:spcPct val="90000"/>
        </a:lnSpc>
        <a:spcBef>
          <a:spcPct val="0"/>
        </a:spcBef>
        <a:buNone/>
        <a:defRPr sz="5400" kern="1200">
          <a:solidFill>
            <a:srgbClr val="289FD7"/>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1D438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0798" y="416496"/>
            <a:ext cx="11079822"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60798" y="1876996"/>
            <a:ext cx="11079822" cy="421557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7" name="Picture 6"/>
          <p:cNvPicPr>
            <a:picLocks noChangeAspect="1"/>
          </p:cNvPicPr>
          <p:nvPr userDrawn="1"/>
        </p:nvPicPr>
        <p:blipFill>
          <a:blip r:embed="rId10"/>
          <a:stretch>
            <a:fillRect/>
          </a:stretch>
        </p:blipFill>
        <p:spPr>
          <a:xfrm>
            <a:off x="448633" y="-1916710"/>
            <a:ext cx="1916710" cy="1916710"/>
          </a:xfrm>
          <a:prstGeom prst="rect">
            <a:avLst/>
          </a:prstGeom>
        </p:spPr>
      </p:pic>
      <p:sp>
        <p:nvSpPr>
          <p:cNvPr id="8" name="Rectangle 7"/>
          <p:cNvSpPr/>
          <p:nvPr userDrawn="1"/>
        </p:nvSpPr>
        <p:spPr>
          <a:xfrm>
            <a:off x="2516172" y="-1299953"/>
            <a:ext cx="848413" cy="683197"/>
          </a:xfrm>
          <a:prstGeom prst="rect">
            <a:avLst/>
          </a:prstGeom>
          <a:solidFill>
            <a:srgbClr val="289F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3468279" y="-1299953"/>
            <a:ext cx="848413" cy="683197"/>
          </a:xfrm>
          <a:prstGeom prst="rect">
            <a:avLst/>
          </a:prstGeom>
          <a:solidFill>
            <a:srgbClr val="80B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4467521" y="-1299953"/>
            <a:ext cx="848413" cy="683197"/>
          </a:xfrm>
          <a:prstGeom prst="rect">
            <a:avLst/>
          </a:prstGeom>
          <a:solidFill>
            <a:srgbClr val="3C4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5400774" y="-1299953"/>
            <a:ext cx="848413" cy="683197"/>
          </a:xfrm>
          <a:prstGeom prst="rect">
            <a:avLst/>
          </a:prstGeom>
          <a:solidFill>
            <a:srgbClr val="E34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6334027" y="-1299953"/>
            <a:ext cx="848413" cy="683197"/>
          </a:xfrm>
          <a:prstGeom prst="rect">
            <a:avLst/>
          </a:prstGeom>
          <a:solidFill>
            <a:srgbClr val="0171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7304987" y="-1299953"/>
            <a:ext cx="848413" cy="683197"/>
          </a:xfrm>
          <a:prstGeom prst="rect">
            <a:avLst/>
          </a:prstGeom>
          <a:solidFill>
            <a:srgbClr val="1D4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1" y="0"/>
            <a:ext cx="123290" cy="6858000"/>
          </a:xfrm>
          <a:prstGeom prst="rect">
            <a:avLst/>
          </a:prstGeom>
          <a:solidFill>
            <a:srgbClr val="0171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17"/>
          <p:cNvSpPr>
            <a:spLocks noGrp="1"/>
          </p:cNvSpPr>
          <p:nvPr>
            <p:ph type="sldNum" sz="quarter" idx="4"/>
          </p:nvPr>
        </p:nvSpPr>
        <p:spPr>
          <a:xfrm>
            <a:off x="8897420" y="6274158"/>
            <a:ext cx="2743200" cy="365125"/>
          </a:xfrm>
          <a:prstGeom prst="rect">
            <a:avLst/>
          </a:prstGeom>
        </p:spPr>
        <p:txBody>
          <a:bodyPr vert="horz" lIns="91440" tIns="45720" rIns="91440" bIns="45720" rtlCol="0" anchor="ctr"/>
          <a:lstStyle>
            <a:lvl1pPr algn="r">
              <a:defRPr lang="en-US" smtClean="0">
                <a:solidFill>
                  <a:srgbClr val="0171B0"/>
                </a:solidFill>
              </a:defRPr>
            </a:lvl1pPr>
          </a:lstStyle>
          <a:p>
            <a:fld id="{0D099E2A-118A-4377-8F98-2DF40BCBA9FE}" type="slidenum">
              <a:rPr lang="en-US" smtClean="0"/>
              <a:pPr/>
              <a:t>‹#›</a:t>
            </a:fld>
            <a:endParaRPr lang="en-US" dirty="0"/>
          </a:p>
        </p:txBody>
      </p:sp>
    </p:spTree>
    <p:extLst>
      <p:ext uri="{BB962C8B-B14F-4D97-AF65-F5344CB8AC3E}">
        <p14:creationId xmlns:p14="http://schemas.microsoft.com/office/powerpoint/2010/main" val="787368547"/>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76" r:id="rId3"/>
    <p:sldLayoutId id="2147483744" r:id="rId4"/>
    <p:sldLayoutId id="2147483782" r:id="rId5"/>
    <p:sldLayoutId id="2147483745" r:id="rId6"/>
    <p:sldLayoutId id="2147483746" r:id="rId7"/>
    <p:sldLayoutId id="2147483747" r:id="rId8"/>
  </p:sldLayoutIdLst>
  <p:hf hdr="0" ftr="0" dt="0"/>
  <p:txStyles>
    <p:titleStyle>
      <a:lvl1pPr algn="l" defTabSz="914400" rtl="0" eaLnBrk="1" latinLnBrk="0" hangingPunct="1">
        <a:lnSpc>
          <a:spcPct val="90000"/>
        </a:lnSpc>
        <a:spcBef>
          <a:spcPct val="0"/>
        </a:spcBef>
        <a:buNone/>
        <a:defRPr sz="5400" kern="1200">
          <a:solidFill>
            <a:srgbClr val="289FD7"/>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0798" y="416496"/>
            <a:ext cx="11079822"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60798" y="1876996"/>
            <a:ext cx="11079822" cy="421557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7" name="Picture 6"/>
          <p:cNvPicPr>
            <a:picLocks noChangeAspect="1"/>
          </p:cNvPicPr>
          <p:nvPr userDrawn="1"/>
        </p:nvPicPr>
        <p:blipFill>
          <a:blip r:embed="rId10"/>
          <a:stretch>
            <a:fillRect/>
          </a:stretch>
        </p:blipFill>
        <p:spPr>
          <a:xfrm>
            <a:off x="448633" y="-1916710"/>
            <a:ext cx="1916710" cy="1916710"/>
          </a:xfrm>
          <a:prstGeom prst="rect">
            <a:avLst/>
          </a:prstGeom>
        </p:spPr>
      </p:pic>
      <p:sp>
        <p:nvSpPr>
          <p:cNvPr id="8" name="Rectangle 7"/>
          <p:cNvSpPr/>
          <p:nvPr userDrawn="1"/>
        </p:nvSpPr>
        <p:spPr>
          <a:xfrm>
            <a:off x="2516172" y="-1299953"/>
            <a:ext cx="848413" cy="683197"/>
          </a:xfrm>
          <a:prstGeom prst="rect">
            <a:avLst/>
          </a:prstGeom>
          <a:solidFill>
            <a:srgbClr val="289F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3468279" y="-1299953"/>
            <a:ext cx="848413" cy="683197"/>
          </a:xfrm>
          <a:prstGeom prst="rect">
            <a:avLst/>
          </a:prstGeom>
          <a:solidFill>
            <a:srgbClr val="80B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4467521" y="-1299953"/>
            <a:ext cx="848413" cy="683197"/>
          </a:xfrm>
          <a:prstGeom prst="rect">
            <a:avLst/>
          </a:prstGeom>
          <a:solidFill>
            <a:srgbClr val="3C4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5400774" y="-1299953"/>
            <a:ext cx="848413" cy="683197"/>
          </a:xfrm>
          <a:prstGeom prst="rect">
            <a:avLst/>
          </a:prstGeom>
          <a:solidFill>
            <a:srgbClr val="E34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6334027" y="-1299953"/>
            <a:ext cx="848413" cy="683197"/>
          </a:xfrm>
          <a:prstGeom prst="rect">
            <a:avLst/>
          </a:prstGeom>
          <a:solidFill>
            <a:srgbClr val="0171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7304987" y="-1299953"/>
            <a:ext cx="848413" cy="683197"/>
          </a:xfrm>
          <a:prstGeom prst="rect">
            <a:avLst/>
          </a:prstGeom>
          <a:solidFill>
            <a:srgbClr val="1D4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1" y="0"/>
            <a:ext cx="123290" cy="6858000"/>
          </a:xfrm>
          <a:prstGeom prst="rect">
            <a:avLst/>
          </a:prstGeom>
          <a:solidFill>
            <a:srgbClr val="6170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17"/>
          <p:cNvSpPr>
            <a:spLocks noGrp="1"/>
          </p:cNvSpPr>
          <p:nvPr>
            <p:ph type="sldNum" sz="quarter" idx="4"/>
          </p:nvPr>
        </p:nvSpPr>
        <p:spPr>
          <a:xfrm>
            <a:off x="8897420" y="6274158"/>
            <a:ext cx="2743200" cy="365125"/>
          </a:xfrm>
          <a:prstGeom prst="rect">
            <a:avLst/>
          </a:prstGeom>
        </p:spPr>
        <p:txBody>
          <a:bodyPr vert="horz" lIns="91440" tIns="45720" rIns="91440" bIns="45720" rtlCol="0" anchor="ctr"/>
          <a:lstStyle>
            <a:lvl1pPr algn="r">
              <a:defRPr lang="en-US" smtClean="0">
                <a:solidFill>
                  <a:srgbClr val="289FD7"/>
                </a:solidFill>
              </a:defRPr>
            </a:lvl1pPr>
          </a:lstStyle>
          <a:p>
            <a:fld id="{0D099E2A-118A-4377-8F98-2DF40BCBA9FE}" type="slidenum">
              <a:rPr lang="en-US" smtClean="0"/>
              <a:pPr/>
              <a:t>‹#›</a:t>
            </a:fld>
            <a:endParaRPr lang="en-US" dirty="0"/>
          </a:p>
        </p:txBody>
      </p:sp>
    </p:spTree>
    <p:extLst>
      <p:ext uri="{BB962C8B-B14F-4D97-AF65-F5344CB8AC3E}">
        <p14:creationId xmlns:p14="http://schemas.microsoft.com/office/powerpoint/2010/main" val="1169025487"/>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77" r:id="rId3"/>
    <p:sldLayoutId id="2147483751" r:id="rId4"/>
    <p:sldLayoutId id="2147483783" r:id="rId5"/>
    <p:sldLayoutId id="2147483752" r:id="rId6"/>
    <p:sldLayoutId id="2147483753" r:id="rId7"/>
    <p:sldLayoutId id="2147483754" r:id="rId8"/>
  </p:sldLayoutIdLst>
  <p:hf hdr="0" ftr="0" dt="0"/>
  <p:txStyles>
    <p:titleStyle>
      <a:lvl1pPr algn="l" defTabSz="914400" rtl="0" eaLnBrk="1" latinLnBrk="0" hangingPunct="1">
        <a:lnSpc>
          <a:spcPct val="90000"/>
        </a:lnSpc>
        <a:spcBef>
          <a:spcPct val="0"/>
        </a:spcBef>
        <a:buNone/>
        <a:defRPr sz="5400" kern="1200">
          <a:solidFill>
            <a:srgbClr val="289FD7"/>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rgbClr val="61708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rgbClr val="61708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rgbClr val="61708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61708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61708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0798" y="416496"/>
            <a:ext cx="11079822"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60798" y="1876996"/>
            <a:ext cx="11079822" cy="421557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7" name="Picture 6"/>
          <p:cNvPicPr>
            <a:picLocks noChangeAspect="1"/>
          </p:cNvPicPr>
          <p:nvPr userDrawn="1"/>
        </p:nvPicPr>
        <p:blipFill>
          <a:blip r:embed="rId9"/>
          <a:stretch>
            <a:fillRect/>
          </a:stretch>
        </p:blipFill>
        <p:spPr>
          <a:xfrm>
            <a:off x="448633" y="-1916710"/>
            <a:ext cx="1916710" cy="1916710"/>
          </a:xfrm>
          <a:prstGeom prst="rect">
            <a:avLst/>
          </a:prstGeom>
        </p:spPr>
      </p:pic>
      <p:sp>
        <p:nvSpPr>
          <p:cNvPr id="8" name="Rectangle 7"/>
          <p:cNvSpPr/>
          <p:nvPr userDrawn="1"/>
        </p:nvSpPr>
        <p:spPr>
          <a:xfrm>
            <a:off x="2516172" y="-1299953"/>
            <a:ext cx="848413" cy="683197"/>
          </a:xfrm>
          <a:prstGeom prst="rect">
            <a:avLst/>
          </a:prstGeom>
          <a:solidFill>
            <a:srgbClr val="289F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3468279" y="-1299953"/>
            <a:ext cx="848413" cy="683197"/>
          </a:xfrm>
          <a:prstGeom prst="rect">
            <a:avLst/>
          </a:prstGeom>
          <a:solidFill>
            <a:srgbClr val="80B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4467521" y="-1299953"/>
            <a:ext cx="848413" cy="683197"/>
          </a:xfrm>
          <a:prstGeom prst="rect">
            <a:avLst/>
          </a:prstGeom>
          <a:solidFill>
            <a:srgbClr val="3C4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5400774" y="-1299953"/>
            <a:ext cx="848413" cy="683197"/>
          </a:xfrm>
          <a:prstGeom prst="rect">
            <a:avLst/>
          </a:prstGeom>
          <a:solidFill>
            <a:srgbClr val="E34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6334027" y="-1299953"/>
            <a:ext cx="848413" cy="683197"/>
          </a:xfrm>
          <a:prstGeom prst="rect">
            <a:avLst/>
          </a:prstGeom>
          <a:solidFill>
            <a:srgbClr val="0171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7304987" y="-1299953"/>
            <a:ext cx="848413" cy="683197"/>
          </a:xfrm>
          <a:prstGeom prst="rect">
            <a:avLst/>
          </a:prstGeom>
          <a:solidFill>
            <a:srgbClr val="1D4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1" y="0"/>
            <a:ext cx="123290" cy="6858000"/>
          </a:xfrm>
          <a:prstGeom prst="rect">
            <a:avLst/>
          </a:prstGeom>
          <a:solidFill>
            <a:srgbClr val="3C4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17"/>
          <p:cNvSpPr>
            <a:spLocks noGrp="1"/>
          </p:cNvSpPr>
          <p:nvPr>
            <p:ph type="sldNum" sz="quarter" idx="4"/>
          </p:nvPr>
        </p:nvSpPr>
        <p:spPr>
          <a:xfrm>
            <a:off x="8897420" y="6274158"/>
            <a:ext cx="2743200" cy="365125"/>
          </a:xfrm>
          <a:prstGeom prst="rect">
            <a:avLst/>
          </a:prstGeom>
        </p:spPr>
        <p:txBody>
          <a:bodyPr vert="horz" lIns="91440" tIns="45720" rIns="91440" bIns="45720" rtlCol="0" anchor="ctr"/>
          <a:lstStyle>
            <a:lvl1pPr algn="r">
              <a:defRPr lang="en-US" smtClean="0">
                <a:solidFill>
                  <a:srgbClr val="617081"/>
                </a:solidFill>
              </a:defRPr>
            </a:lvl1pPr>
          </a:lstStyle>
          <a:p>
            <a:fld id="{0D099E2A-118A-4377-8F98-2DF40BCBA9FE}" type="slidenum">
              <a:rPr lang="en-US" smtClean="0"/>
              <a:pPr/>
              <a:t>‹#›</a:t>
            </a:fld>
            <a:endParaRPr lang="en-US" dirty="0"/>
          </a:p>
        </p:txBody>
      </p:sp>
    </p:spTree>
    <p:extLst>
      <p:ext uri="{BB962C8B-B14F-4D97-AF65-F5344CB8AC3E}">
        <p14:creationId xmlns:p14="http://schemas.microsoft.com/office/powerpoint/2010/main" val="4194142146"/>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78" r:id="rId3"/>
    <p:sldLayoutId id="2147483761" r:id="rId4"/>
    <p:sldLayoutId id="2147483762" r:id="rId5"/>
    <p:sldLayoutId id="2147483763" r:id="rId6"/>
    <p:sldLayoutId id="2147483764" r:id="rId7"/>
  </p:sldLayoutIdLst>
  <p:hf hdr="0" ftr="0" dt="0"/>
  <p:txStyles>
    <p:titleStyle>
      <a:lvl1pPr algn="l" defTabSz="914400" rtl="0" eaLnBrk="1" latinLnBrk="0" hangingPunct="1">
        <a:lnSpc>
          <a:spcPct val="90000"/>
        </a:lnSpc>
        <a:spcBef>
          <a:spcPct val="0"/>
        </a:spcBef>
        <a:buNone/>
        <a:defRPr sz="5400" kern="1200">
          <a:solidFill>
            <a:srgbClr val="289FD7"/>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0171B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0798" y="416496"/>
            <a:ext cx="11079822"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60798" y="1876996"/>
            <a:ext cx="11079822" cy="421557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7" name="Picture 6"/>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448633" y="-1916710"/>
            <a:ext cx="1916710" cy="1916710"/>
          </a:xfrm>
          <a:prstGeom prst="rect">
            <a:avLst/>
          </a:prstGeom>
        </p:spPr>
      </p:pic>
      <p:sp>
        <p:nvSpPr>
          <p:cNvPr id="8" name="Rectangle 7"/>
          <p:cNvSpPr/>
          <p:nvPr userDrawn="1"/>
        </p:nvSpPr>
        <p:spPr>
          <a:xfrm>
            <a:off x="2516172" y="-1299953"/>
            <a:ext cx="848413" cy="683197"/>
          </a:xfrm>
          <a:prstGeom prst="rect">
            <a:avLst/>
          </a:prstGeom>
          <a:solidFill>
            <a:srgbClr val="289F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3468279" y="-1299953"/>
            <a:ext cx="848413" cy="683197"/>
          </a:xfrm>
          <a:prstGeom prst="rect">
            <a:avLst/>
          </a:prstGeom>
          <a:solidFill>
            <a:srgbClr val="80B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4467521" y="-1299953"/>
            <a:ext cx="848413" cy="683197"/>
          </a:xfrm>
          <a:prstGeom prst="rect">
            <a:avLst/>
          </a:prstGeom>
          <a:solidFill>
            <a:srgbClr val="3C4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5400774" y="-1299953"/>
            <a:ext cx="848413" cy="683197"/>
          </a:xfrm>
          <a:prstGeom prst="rect">
            <a:avLst/>
          </a:prstGeom>
          <a:solidFill>
            <a:srgbClr val="E34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6334027" y="-1299953"/>
            <a:ext cx="848413" cy="683197"/>
          </a:xfrm>
          <a:prstGeom prst="rect">
            <a:avLst/>
          </a:prstGeom>
          <a:solidFill>
            <a:srgbClr val="0171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7304987" y="-1299953"/>
            <a:ext cx="848413" cy="683197"/>
          </a:xfrm>
          <a:prstGeom prst="rect">
            <a:avLst/>
          </a:prstGeom>
          <a:solidFill>
            <a:srgbClr val="1D4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1" y="0"/>
            <a:ext cx="123290" cy="6858000"/>
          </a:xfrm>
          <a:prstGeom prst="rect">
            <a:avLst/>
          </a:prstGeom>
          <a:solidFill>
            <a:srgbClr val="289F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17"/>
          <p:cNvSpPr>
            <a:spLocks noGrp="1"/>
          </p:cNvSpPr>
          <p:nvPr>
            <p:ph type="sldNum" sz="quarter" idx="4"/>
          </p:nvPr>
        </p:nvSpPr>
        <p:spPr>
          <a:xfrm>
            <a:off x="8897420" y="6274158"/>
            <a:ext cx="2743200" cy="365125"/>
          </a:xfrm>
          <a:prstGeom prst="rect">
            <a:avLst/>
          </a:prstGeom>
        </p:spPr>
        <p:txBody>
          <a:bodyPr vert="horz" lIns="91440" tIns="45720" rIns="91440" bIns="45720" rtlCol="0" anchor="ctr"/>
          <a:lstStyle>
            <a:lvl1pPr algn="r">
              <a:defRPr sz="2000">
                <a:solidFill>
                  <a:srgbClr val="289FD7"/>
                </a:solidFill>
                <a:latin typeface="+mj-lt"/>
              </a:defRPr>
            </a:lvl1pPr>
          </a:lstStyle>
          <a:p>
            <a:fld id="{0D099E2A-118A-4377-8F98-2DF40BCBA9FE}" type="slidenum">
              <a:rPr lang="en-US" smtClean="0"/>
              <a:pPr/>
              <a:t>‹#›</a:t>
            </a:fld>
            <a:endParaRPr lang="en-US"/>
          </a:p>
        </p:txBody>
      </p:sp>
      <p:pic>
        <p:nvPicPr>
          <p:cNvPr id="14" name="Picture 13"/>
          <p:cNvPicPr>
            <a:picLocks noChangeAspect="1"/>
          </p:cNvPicPr>
          <p:nvPr userDrawn="1"/>
        </p:nvPicPr>
        <p:blipFill rotWithShape="1">
          <a:blip r:embed="rId19">
            <a:extLst>
              <a:ext uri="{BEBA8EAE-BF5A-486C-A8C5-ECC9F3942E4B}">
                <a14:imgProps xmlns:a14="http://schemas.microsoft.com/office/drawing/2010/main">
                  <a14:imgLayer r:embed="rId20">
                    <a14:imgEffect>
                      <a14:saturation sat="99000"/>
                    </a14:imgEffect>
                  </a14:imgLayer>
                </a14:imgProps>
              </a:ext>
            </a:extLst>
          </a:blip>
          <a:srcRect l="13121" r="14315"/>
          <a:stretch/>
        </p:blipFill>
        <p:spPr>
          <a:xfrm>
            <a:off x="0" y="4202437"/>
            <a:ext cx="12174584" cy="3578662"/>
          </a:xfrm>
          <a:prstGeom prst="rect">
            <a:avLst/>
          </a:prstGeom>
        </p:spPr>
      </p:pic>
    </p:spTree>
    <p:extLst>
      <p:ext uri="{BB962C8B-B14F-4D97-AF65-F5344CB8AC3E}">
        <p14:creationId xmlns:p14="http://schemas.microsoft.com/office/powerpoint/2010/main" val="670381925"/>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Lst>
  <p:hf hdr="0" ftr="0" dt="0"/>
  <p:txStyles>
    <p:titleStyle>
      <a:lvl1pPr algn="l" defTabSz="914400" rtl="0" eaLnBrk="1" latinLnBrk="0" hangingPunct="1">
        <a:lnSpc>
          <a:spcPct val="90000"/>
        </a:lnSpc>
        <a:spcBef>
          <a:spcPct val="0"/>
        </a:spcBef>
        <a:buNone/>
        <a:defRPr sz="5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tags" Target="../tags/tag39.xml"/><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tags" Target="../tags/tag42.xml"/><Relationship Id="rId47" Type="http://schemas.openxmlformats.org/officeDocument/2006/relationships/tags" Target="../tags/tag47.xml"/><Relationship Id="rId50" Type="http://schemas.openxmlformats.org/officeDocument/2006/relationships/tags" Target="../tags/tag50.xml"/><Relationship Id="rId55" Type="http://schemas.openxmlformats.org/officeDocument/2006/relationships/notesSlide" Target="../notesSlides/notesSlide2.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41" Type="http://schemas.openxmlformats.org/officeDocument/2006/relationships/tags" Target="../tags/tag41.xml"/><Relationship Id="rId54"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45" Type="http://schemas.openxmlformats.org/officeDocument/2006/relationships/tags" Target="../tags/tag45.xml"/><Relationship Id="rId53" Type="http://schemas.openxmlformats.org/officeDocument/2006/relationships/tags" Target="../tags/tag53.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tags" Target="../tags/tag48.xml"/><Relationship Id="rId8" Type="http://schemas.openxmlformats.org/officeDocument/2006/relationships/tags" Target="../tags/tag8.xml"/><Relationship Id="rId51" Type="http://schemas.openxmlformats.org/officeDocument/2006/relationships/tags" Target="../tags/tag51.xml"/><Relationship Id="rId3"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7.tmp"/></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9.tmp"/></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31.png"/><Relationship Id="rId5" Type="http://schemas.microsoft.com/office/2007/relationships/hdphoto" Target="../media/hdphoto2.wdp"/><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17.xml"/><Relationship Id="rId5" Type="http://schemas.microsoft.com/office/2007/relationships/hdphoto" Target="../media/hdphoto3.wdp"/><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hyperlink" Target="https://github.com/aspnet/Mvc/tree/dev/src/Microsoft.AspNet.Mvc.TagHelpers" TargetMode="External"/><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636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97017" y="2055604"/>
            <a:ext cx="10515600" cy="1325563"/>
          </a:xfrm>
        </p:spPr>
        <p:txBody>
          <a:bodyPr/>
          <a:lstStyle/>
          <a:p>
            <a:r>
              <a:rPr lang="en-US" sz="6600" dirty="0"/>
              <a:t>Introduction to </a:t>
            </a:r>
            <a:r>
              <a:rPr lang="en-US" sz="6600" dirty="0" smtClean="0"/>
              <a:t>ASP.NET Core &amp; </a:t>
            </a:r>
            <a:r>
              <a:rPr lang="en-US" sz="6600" dirty="0"/>
              <a:t>Visual </a:t>
            </a:r>
            <a:r>
              <a:rPr lang="en-US" sz="6600" dirty="0" smtClean="0"/>
              <a:t>Studio </a:t>
            </a:r>
            <a:r>
              <a:rPr lang="en-US" sz="6600" dirty="0"/>
              <a:t>Web </a:t>
            </a:r>
            <a:r>
              <a:rPr lang="en-US" sz="6600" dirty="0" smtClean="0"/>
              <a:t>Tools</a:t>
            </a:r>
            <a:endParaRPr lang="en-US" sz="6600" dirty="0"/>
          </a:p>
        </p:txBody>
      </p:sp>
      <p:sp>
        <p:nvSpPr>
          <p:cNvPr id="6" name="Text Placeholder 5"/>
          <p:cNvSpPr>
            <a:spLocks noGrp="1"/>
          </p:cNvSpPr>
          <p:nvPr>
            <p:ph type="body" sz="quarter" idx="10"/>
          </p:nvPr>
        </p:nvSpPr>
        <p:spPr>
          <a:xfrm>
            <a:off x="5461000" y="3996267"/>
            <a:ext cx="6351617" cy="2319217"/>
          </a:xfrm>
        </p:spPr>
        <p:txBody>
          <a:bodyPr>
            <a:normAutofit/>
          </a:bodyPr>
          <a:lstStyle/>
          <a:p>
            <a:r>
              <a:rPr lang="en-US" sz="2400" dirty="0"/>
              <a:t>[Speaker]</a:t>
            </a:r>
          </a:p>
          <a:p>
            <a:r>
              <a:rPr lang="en-US" dirty="0">
                <a:solidFill>
                  <a:schemeClr val="accent6">
                    <a:lumMod val="40000"/>
                    <a:lumOff val="60000"/>
                    <a:alpha val="98000"/>
                  </a:schemeClr>
                </a:solidFill>
              </a:rPr>
              <a:t>[Company]</a:t>
            </a:r>
          </a:p>
          <a:p>
            <a:endParaRPr lang="en-US" dirty="0">
              <a:solidFill>
                <a:schemeClr val="accent6">
                  <a:lumMod val="40000"/>
                  <a:lumOff val="60000"/>
                  <a:alpha val="98000"/>
                </a:schemeClr>
              </a:solidFill>
            </a:endParaRPr>
          </a:p>
          <a:p>
            <a:r>
              <a:rPr lang="en-US" dirty="0">
                <a:solidFill>
                  <a:schemeClr val="accent6">
                    <a:lumMod val="40000"/>
                    <a:lumOff val="60000"/>
                    <a:alpha val="98000"/>
                  </a:schemeClr>
                </a:solidFill>
              </a:rPr>
              <a:t>Email: [Email]</a:t>
            </a:r>
          </a:p>
          <a:p>
            <a:r>
              <a:rPr lang="en-US" dirty="0">
                <a:solidFill>
                  <a:schemeClr val="accent6">
                    <a:lumMod val="40000"/>
                    <a:lumOff val="60000"/>
                    <a:alpha val="98000"/>
                  </a:schemeClr>
                </a:solidFill>
              </a:rPr>
              <a:t>Twitter: [Twitter]</a:t>
            </a:r>
          </a:p>
        </p:txBody>
      </p:sp>
    </p:spTree>
    <p:extLst>
      <p:ext uri="{BB962C8B-B14F-4D97-AF65-F5344CB8AC3E}">
        <p14:creationId xmlns:p14="http://schemas.microsoft.com/office/powerpoint/2010/main" val="3050080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55575"/>
            <a:ext cx="11079163" cy="1325563"/>
          </a:xfrm>
        </p:spPr>
        <p:txBody>
          <a:bodyPr/>
          <a:lstStyle/>
          <a:p>
            <a:r>
              <a:rPr lang="en-US" dirty="0" smtClean="0"/>
              <a:t>Today’s Agenda</a:t>
            </a: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946411969"/>
              </p:ext>
            </p:extLst>
          </p:nvPr>
        </p:nvGraphicFramePr>
        <p:xfrm>
          <a:off x="421864" y="1451247"/>
          <a:ext cx="11483183" cy="4804969"/>
        </p:xfrm>
        <a:graphic>
          <a:graphicData uri="http://schemas.openxmlformats.org/drawingml/2006/table">
            <a:tbl>
              <a:tblPr firstRow="1" bandRow="1">
                <a:tableStyleId>{6E25E649-3F16-4E02-A733-19D2CDBF48F0}</a:tableStyleId>
              </a:tblPr>
              <a:tblGrid>
                <a:gridCol w="8350512">
                  <a:extLst>
                    <a:ext uri="{9D8B030D-6E8A-4147-A177-3AD203B41FA5}">
                      <a16:colId xmlns:a16="http://schemas.microsoft.com/office/drawing/2014/main" val="20000"/>
                    </a:ext>
                  </a:extLst>
                </a:gridCol>
                <a:gridCol w="1662043">
                  <a:extLst>
                    <a:ext uri="{9D8B030D-6E8A-4147-A177-3AD203B41FA5}">
                      <a16:colId xmlns:a16="http://schemas.microsoft.com/office/drawing/2014/main" val="20001"/>
                    </a:ext>
                  </a:extLst>
                </a:gridCol>
                <a:gridCol w="1470628">
                  <a:extLst>
                    <a:ext uri="{9D8B030D-6E8A-4147-A177-3AD203B41FA5}">
                      <a16:colId xmlns:a16="http://schemas.microsoft.com/office/drawing/2014/main" val="20002"/>
                    </a:ext>
                  </a:extLst>
                </a:gridCol>
              </a:tblGrid>
              <a:tr h="409188">
                <a:tc>
                  <a:txBody>
                    <a:bodyPr/>
                    <a:lstStyle/>
                    <a:p>
                      <a:r>
                        <a:rPr lang="en-US" sz="2000" dirty="0" smtClean="0"/>
                        <a:t>Session</a:t>
                      </a:r>
                      <a:endParaRPr lang="en-US" sz="2000" dirty="0"/>
                    </a:p>
                  </a:txBody>
                  <a:tcPr marL="45720" marR="45720"/>
                </a:tc>
                <a:tc>
                  <a:txBody>
                    <a:bodyPr/>
                    <a:lstStyle/>
                    <a:p>
                      <a:r>
                        <a:rPr lang="en-US" sz="2000" dirty="0" smtClean="0"/>
                        <a:t>Start</a:t>
                      </a:r>
                      <a:endParaRPr lang="en-US" sz="2000" dirty="0"/>
                    </a:p>
                  </a:txBody>
                  <a:tcPr marL="45720" marR="45720"/>
                </a:tc>
                <a:tc>
                  <a:txBody>
                    <a:bodyPr/>
                    <a:lstStyle/>
                    <a:p>
                      <a:r>
                        <a:rPr lang="en-US" sz="2000" dirty="0" smtClean="0"/>
                        <a:t>End</a:t>
                      </a:r>
                      <a:endParaRPr lang="en-US" sz="2000" dirty="0"/>
                    </a:p>
                  </a:txBody>
                  <a:tcPr marL="45720" marR="45720"/>
                </a:tc>
                <a:extLst>
                  <a:ext uri="{0D108BD9-81ED-4DB2-BD59-A6C34878D82A}">
                    <a16:rowId xmlns:a16="http://schemas.microsoft.com/office/drawing/2014/main" val="10000"/>
                  </a:ext>
                </a:extLst>
              </a:tr>
              <a:tr h="409188">
                <a:tc>
                  <a:txBody>
                    <a:bodyPr/>
                    <a:lstStyle/>
                    <a:p>
                      <a:r>
                        <a:rPr lang="en-US" sz="2000" dirty="0" smtClean="0">
                          <a:solidFill>
                            <a:srgbClr val="000000"/>
                          </a:solidFill>
                        </a:rPr>
                        <a:t>Keynote</a:t>
                      </a:r>
                      <a:endParaRPr lang="en-US" sz="2000" dirty="0">
                        <a:solidFill>
                          <a:srgbClr val="000000"/>
                        </a:solidFill>
                      </a:endParaRPr>
                    </a:p>
                  </a:txBody>
                  <a:tcPr marL="45720" marR="45720">
                    <a:solidFill>
                      <a:srgbClr val="E7F2FC"/>
                    </a:solidFill>
                  </a:tcPr>
                </a:tc>
                <a:tc>
                  <a:txBody>
                    <a:bodyPr/>
                    <a:lstStyle/>
                    <a:p>
                      <a:r>
                        <a:rPr lang="en-US" sz="2000" dirty="0" smtClean="0">
                          <a:solidFill>
                            <a:srgbClr val="000000"/>
                          </a:solidFill>
                        </a:rPr>
                        <a:t>8:30</a:t>
                      </a:r>
                      <a:endParaRPr lang="en-US" sz="2000" dirty="0">
                        <a:solidFill>
                          <a:srgbClr val="000000"/>
                        </a:solidFill>
                      </a:endParaRPr>
                    </a:p>
                  </a:txBody>
                  <a:tcPr marL="45720" marR="45720">
                    <a:solidFill>
                      <a:srgbClr val="E7F2FC"/>
                    </a:solidFill>
                  </a:tcPr>
                </a:tc>
                <a:tc>
                  <a:txBody>
                    <a:bodyPr/>
                    <a:lstStyle/>
                    <a:p>
                      <a:r>
                        <a:rPr lang="en-US" sz="2000" dirty="0" smtClean="0">
                          <a:solidFill>
                            <a:srgbClr val="000000"/>
                          </a:solidFill>
                        </a:rPr>
                        <a:t>9:00</a:t>
                      </a:r>
                      <a:endParaRPr lang="en-US" sz="2000" dirty="0">
                        <a:solidFill>
                          <a:srgbClr val="000000"/>
                        </a:solidFill>
                      </a:endParaRPr>
                    </a:p>
                  </a:txBody>
                  <a:tcPr marL="45720" marR="45720">
                    <a:solidFill>
                      <a:srgbClr val="E7F2FC"/>
                    </a:solidFill>
                  </a:tcPr>
                </a:tc>
                <a:extLst>
                  <a:ext uri="{0D108BD9-81ED-4DB2-BD59-A6C34878D82A}">
                    <a16:rowId xmlns:a16="http://schemas.microsoft.com/office/drawing/2014/main" val="10001"/>
                  </a:ext>
                </a:extLst>
              </a:tr>
              <a:tr h="409188">
                <a:tc>
                  <a:txBody>
                    <a:bodyPr/>
                    <a:lstStyle/>
                    <a:p>
                      <a:r>
                        <a:rPr lang="en-US" sz="2000" dirty="0" smtClean="0">
                          <a:solidFill>
                            <a:srgbClr val="000000"/>
                          </a:solidFill>
                        </a:rPr>
                        <a:t>Introduction to ASP.NET and Visual Studio 2015 Web Tools</a:t>
                      </a:r>
                      <a:endParaRPr lang="en-US" sz="2000" dirty="0">
                        <a:solidFill>
                          <a:srgbClr val="000000"/>
                        </a:solidFill>
                      </a:endParaRPr>
                    </a:p>
                  </a:txBody>
                  <a:tcPr marL="45720" marR="45720">
                    <a:solidFill>
                      <a:srgbClr val="FFC000"/>
                    </a:solidFill>
                  </a:tcPr>
                </a:tc>
                <a:tc>
                  <a:txBody>
                    <a:bodyPr/>
                    <a:lstStyle/>
                    <a:p>
                      <a:r>
                        <a:rPr lang="en-US" sz="2000" dirty="0" smtClean="0">
                          <a:solidFill>
                            <a:srgbClr val="000000"/>
                          </a:solidFill>
                        </a:rPr>
                        <a:t>9:00</a:t>
                      </a:r>
                      <a:endParaRPr lang="en-US" sz="2000" dirty="0">
                        <a:solidFill>
                          <a:srgbClr val="000000"/>
                        </a:solidFill>
                      </a:endParaRPr>
                    </a:p>
                  </a:txBody>
                  <a:tcPr marL="45720" marR="45720">
                    <a:solidFill>
                      <a:srgbClr val="FFC000"/>
                    </a:solidFill>
                  </a:tcPr>
                </a:tc>
                <a:tc>
                  <a:txBody>
                    <a:bodyPr/>
                    <a:lstStyle/>
                    <a:p>
                      <a:r>
                        <a:rPr lang="en-US" sz="2000" dirty="0" smtClean="0">
                          <a:solidFill>
                            <a:srgbClr val="000000"/>
                          </a:solidFill>
                        </a:rPr>
                        <a:t>10:45</a:t>
                      </a:r>
                      <a:endParaRPr lang="en-US" sz="2000" dirty="0">
                        <a:solidFill>
                          <a:srgbClr val="000000"/>
                        </a:solidFill>
                      </a:endParaRPr>
                    </a:p>
                  </a:txBody>
                  <a:tcPr marL="45720" marR="45720">
                    <a:solidFill>
                      <a:srgbClr val="FFC000"/>
                    </a:solidFill>
                  </a:tcPr>
                </a:tc>
                <a:extLst>
                  <a:ext uri="{0D108BD9-81ED-4DB2-BD59-A6C34878D82A}">
                    <a16:rowId xmlns:a16="http://schemas.microsoft.com/office/drawing/2014/main" val="10002"/>
                  </a:ext>
                </a:extLst>
              </a:tr>
              <a:tr h="409188">
                <a:tc>
                  <a:txBody>
                    <a:bodyPr/>
                    <a:lstStyle/>
                    <a:p>
                      <a:r>
                        <a:rPr lang="en-US" sz="2000" dirty="0" smtClean="0">
                          <a:solidFill>
                            <a:srgbClr val="000000"/>
                          </a:solidFill>
                        </a:rPr>
                        <a:t>Break</a:t>
                      </a:r>
                      <a:endParaRPr lang="en-US" sz="2000" dirty="0">
                        <a:solidFill>
                          <a:srgbClr val="000000"/>
                        </a:solidFill>
                      </a:endParaRPr>
                    </a:p>
                  </a:txBody>
                  <a:tcPr marL="45720" marR="45720"/>
                </a:tc>
                <a:tc>
                  <a:txBody>
                    <a:bodyPr/>
                    <a:lstStyle/>
                    <a:p>
                      <a:r>
                        <a:rPr lang="en-US" sz="2000" dirty="0" smtClean="0">
                          <a:solidFill>
                            <a:srgbClr val="000000"/>
                          </a:solidFill>
                        </a:rPr>
                        <a:t>10:45</a:t>
                      </a:r>
                      <a:endParaRPr lang="en-US" sz="2000" dirty="0">
                        <a:solidFill>
                          <a:srgbClr val="000000"/>
                        </a:solidFill>
                      </a:endParaRPr>
                    </a:p>
                  </a:txBody>
                  <a:tcPr marL="45720" marR="45720"/>
                </a:tc>
                <a:tc>
                  <a:txBody>
                    <a:bodyPr/>
                    <a:lstStyle/>
                    <a:p>
                      <a:r>
                        <a:rPr lang="en-US" sz="2000" dirty="0" smtClean="0">
                          <a:solidFill>
                            <a:srgbClr val="000000"/>
                          </a:solidFill>
                        </a:rPr>
                        <a:t>11:00</a:t>
                      </a:r>
                      <a:endParaRPr lang="en-US" sz="2000" dirty="0">
                        <a:solidFill>
                          <a:srgbClr val="000000"/>
                        </a:solidFill>
                      </a:endParaRPr>
                    </a:p>
                  </a:txBody>
                  <a:tcPr marL="45720" marR="45720"/>
                </a:tc>
                <a:extLst>
                  <a:ext uri="{0D108BD9-81ED-4DB2-BD59-A6C34878D82A}">
                    <a16:rowId xmlns:a16="http://schemas.microsoft.com/office/drawing/2014/main" val="10004"/>
                  </a:ext>
                </a:extLst>
              </a:tr>
              <a:tr h="421237">
                <a:tc>
                  <a:txBody>
                    <a:bodyPr/>
                    <a:lstStyle/>
                    <a:p>
                      <a:r>
                        <a:rPr lang="en-US" sz="2000" dirty="0" smtClean="0">
                          <a:solidFill>
                            <a:srgbClr val="000000"/>
                          </a:solidFill>
                        </a:rPr>
                        <a:t>Building Web Applications using the latest ASP.NET technologies</a:t>
                      </a:r>
                      <a:endParaRPr lang="en-US" sz="2000" dirty="0">
                        <a:solidFill>
                          <a:srgbClr val="000000"/>
                        </a:solidFill>
                      </a:endParaRPr>
                    </a:p>
                  </a:txBody>
                  <a:tcPr marL="45720" marR="45720"/>
                </a:tc>
                <a:tc>
                  <a:txBody>
                    <a:bodyPr/>
                    <a:lstStyle/>
                    <a:p>
                      <a:r>
                        <a:rPr lang="en-US" sz="2000" dirty="0" smtClean="0">
                          <a:solidFill>
                            <a:srgbClr val="000000"/>
                          </a:solidFill>
                        </a:rPr>
                        <a:t>11:00</a:t>
                      </a:r>
                      <a:endParaRPr lang="en-US" sz="2000" dirty="0">
                        <a:solidFill>
                          <a:srgbClr val="000000"/>
                        </a:solidFill>
                      </a:endParaRPr>
                    </a:p>
                  </a:txBody>
                  <a:tcPr marL="45720" marR="45720"/>
                </a:tc>
                <a:tc>
                  <a:txBody>
                    <a:bodyPr/>
                    <a:lstStyle/>
                    <a:p>
                      <a:r>
                        <a:rPr lang="en-US" sz="2000" dirty="0" smtClean="0">
                          <a:solidFill>
                            <a:srgbClr val="000000"/>
                          </a:solidFill>
                        </a:rPr>
                        <a:t>12:15</a:t>
                      </a:r>
                      <a:endParaRPr lang="en-US" sz="2000" dirty="0">
                        <a:solidFill>
                          <a:srgbClr val="000000"/>
                        </a:solidFill>
                      </a:endParaRPr>
                    </a:p>
                  </a:txBody>
                  <a:tcPr marL="45720" marR="45720"/>
                </a:tc>
                <a:extLst>
                  <a:ext uri="{0D108BD9-81ED-4DB2-BD59-A6C34878D82A}">
                    <a16:rowId xmlns:a16="http://schemas.microsoft.com/office/drawing/2014/main" val="10005"/>
                  </a:ext>
                </a:extLst>
              </a:tr>
              <a:tr h="409188">
                <a:tc>
                  <a:txBody>
                    <a:bodyPr/>
                    <a:lstStyle/>
                    <a:p>
                      <a:r>
                        <a:rPr lang="en-US" sz="2000" dirty="0" smtClean="0">
                          <a:solidFill>
                            <a:srgbClr val="000000"/>
                          </a:solidFill>
                        </a:rPr>
                        <a:t>Lunch</a:t>
                      </a:r>
                      <a:endParaRPr lang="en-US" sz="2000" dirty="0">
                        <a:solidFill>
                          <a:srgbClr val="000000"/>
                        </a:solidFill>
                      </a:endParaRPr>
                    </a:p>
                  </a:txBody>
                  <a:tcPr marL="45720" marR="45720"/>
                </a:tc>
                <a:tc>
                  <a:txBody>
                    <a:bodyPr/>
                    <a:lstStyle/>
                    <a:p>
                      <a:r>
                        <a:rPr lang="en-US" sz="2000" dirty="0" smtClean="0">
                          <a:solidFill>
                            <a:srgbClr val="000000"/>
                          </a:solidFill>
                        </a:rPr>
                        <a:t>12:15</a:t>
                      </a:r>
                      <a:endParaRPr lang="en-US" sz="2000" dirty="0">
                        <a:solidFill>
                          <a:srgbClr val="000000"/>
                        </a:solidFill>
                      </a:endParaRPr>
                    </a:p>
                  </a:txBody>
                  <a:tcPr marL="45720" marR="45720"/>
                </a:tc>
                <a:tc>
                  <a:txBody>
                    <a:bodyPr/>
                    <a:lstStyle/>
                    <a:p>
                      <a:r>
                        <a:rPr lang="en-US" sz="2000" dirty="0" smtClean="0">
                          <a:solidFill>
                            <a:srgbClr val="000000"/>
                          </a:solidFill>
                        </a:rPr>
                        <a:t>1:15</a:t>
                      </a:r>
                      <a:endParaRPr lang="en-US" sz="2000" dirty="0">
                        <a:solidFill>
                          <a:srgbClr val="000000"/>
                        </a:solidFill>
                      </a:endParaRPr>
                    </a:p>
                  </a:txBody>
                  <a:tcPr marL="45720" marR="45720"/>
                </a:tc>
                <a:extLst>
                  <a:ext uri="{0D108BD9-81ED-4DB2-BD59-A6C34878D82A}">
                    <a16:rowId xmlns:a16="http://schemas.microsoft.com/office/drawing/2014/main" val="10006"/>
                  </a:ext>
                </a:extLst>
              </a:tr>
              <a:tr h="409188">
                <a:tc>
                  <a:txBody>
                    <a:bodyPr/>
                    <a:lstStyle/>
                    <a:p>
                      <a:r>
                        <a:rPr lang="en-US" sz="2000" dirty="0" smtClean="0">
                          <a:solidFill>
                            <a:srgbClr val="000000"/>
                          </a:solidFill>
                        </a:rPr>
                        <a:t>Building web front ends for both desktop and mobile using the latest web standards</a:t>
                      </a:r>
                      <a:endParaRPr lang="en-US" sz="2000" dirty="0">
                        <a:solidFill>
                          <a:srgbClr val="000000"/>
                        </a:solidFill>
                      </a:endParaRPr>
                    </a:p>
                  </a:txBody>
                  <a:tcPr marL="45720" marR="45720"/>
                </a:tc>
                <a:tc>
                  <a:txBody>
                    <a:bodyPr/>
                    <a:lstStyle/>
                    <a:p>
                      <a:r>
                        <a:rPr lang="en-US" sz="2000" dirty="0" smtClean="0">
                          <a:solidFill>
                            <a:srgbClr val="000000"/>
                          </a:solidFill>
                        </a:rPr>
                        <a:t>1:15</a:t>
                      </a:r>
                      <a:endParaRPr lang="en-US" sz="2000" dirty="0">
                        <a:solidFill>
                          <a:srgbClr val="000000"/>
                        </a:solidFill>
                      </a:endParaRPr>
                    </a:p>
                  </a:txBody>
                  <a:tcPr marL="45720" marR="45720"/>
                </a:tc>
                <a:tc>
                  <a:txBody>
                    <a:bodyPr/>
                    <a:lstStyle/>
                    <a:p>
                      <a:r>
                        <a:rPr lang="en-US" sz="2000" dirty="0" smtClean="0">
                          <a:solidFill>
                            <a:srgbClr val="000000"/>
                          </a:solidFill>
                        </a:rPr>
                        <a:t>2:15</a:t>
                      </a:r>
                      <a:endParaRPr lang="en-US" sz="2000" dirty="0">
                        <a:solidFill>
                          <a:srgbClr val="000000"/>
                        </a:solidFill>
                      </a:endParaRPr>
                    </a:p>
                  </a:txBody>
                  <a:tcPr marL="45720" marR="45720"/>
                </a:tc>
                <a:extLst>
                  <a:ext uri="{0D108BD9-81ED-4DB2-BD59-A6C34878D82A}">
                    <a16:rowId xmlns:a16="http://schemas.microsoft.com/office/drawing/2014/main" val="10008"/>
                  </a:ext>
                </a:extLst>
              </a:tr>
              <a:tr h="409188">
                <a:tc>
                  <a:txBody>
                    <a:bodyPr/>
                    <a:lstStyle/>
                    <a:p>
                      <a:r>
                        <a:rPr lang="en-US" sz="2000" dirty="0" smtClean="0">
                          <a:solidFill>
                            <a:srgbClr val="000000"/>
                          </a:solidFill>
                        </a:rPr>
                        <a:t>API Services for both web and devices</a:t>
                      </a:r>
                      <a:endParaRPr lang="en-US" sz="2000" dirty="0">
                        <a:solidFill>
                          <a:srgbClr val="000000"/>
                        </a:solidFill>
                      </a:endParaRPr>
                    </a:p>
                  </a:txBody>
                  <a:tcPr marL="45720" marR="45720"/>
                </a:tc>
                <a:tc>
                  <a:txBody>
                    <a:bodyPr/>
                    <a:lstStyle/>
                    <a:p>
                      <a:r>
                        <a:rPr lang="en-US" sz="2000" dirty="0" smtClean="0">
                          <a:solidFill>
                            <a:srgbClr val="000000"/>
                          </a:solidFill>
                        </a:rPr>
                        <a:t>2:15</a:t>
                      </a:r>
                      <a:endParaRPr lang="en-US" sz="2000" dirty="0">
                        <a:solidFill>
                          <a:srgbClr val="000000"/>
                        </a:solidFill>
                      </a:endParaRPr>
                    </a:p>
                  </a:txBody>
                  <a:tcPr marL="45720" marR="45720"/>
                </a:tc>
                <a:tc>
                  <a:txBody>
                    <a:bodyPr/>
                    <a:lstStyle/>
                    <a:p>
                      <a:r>
                        <a:rPr lang="en-US" sz="2000" dirty="0" smtClean="0">
                          <a:solidFill>
                            <a:srgbClr val="000000"/>
                          </a:solidFill>
                        </a:rPr>
                        <a:t>3:15</a:t>
                      </a:r>
                      <a:endParaRPr lang="en-US" sz="2000" dirty="0">
                        <a:solidFill>
                          <a:srgbClr val="000000"/>
                        </a:solidFill>
                      </a:endParaRPr>
                    </a:p>
                  </a:txBody>
                  <a:tcPr marL="45720" marR="45720"/>
                </a:tc>
                <a:extLst>
                  <a:ext uri="{0D108BD9-81ED-4DB2-BD59-A6C34878D82A}">
                    <a16:rowId xmlns:a16="http://schemas.microsoft.com/office/drawing/2014/main" val="10007"/>
                  </a:ext>
                </a:extLst>
              </a:tr>
              <a:tr h="409188">
                <a:tc>
                  <a:txBody>
                    <a:bodyPr/>
                    <a:lstStyle/>
                    <a:p>
                      <a:r>
                        <a:rPr lang="en-US" sz="2000" dirty="0" smtClean="0">
                          <a:solidFill>
                            <a:srgbClr val="000000"/>
                          </a:solidFill>
                        </a:rPr>
                        <a:t>Break</a:t>
                      </a:r>
                      <a:endParaRPr lang="en-US" sz="2000" dirty="0">
                        <a:solidFill>
                          <a:srgbClr val="000000"/>
                        </a:solidFill>
                      </a:endParaRPr>
                    </a:p>
                  </a:txBody>
                  <a:tcPr marL="45720" marR="45720"/>
                </a:tc>
                <a:tc>
                  <a:txBody>
                    <a:bodyPr/>
                    <a:lstStyle/>
                    <a:p>
                      <a:r>
                        <a:rPr lang="en-US" sz="2000" dirty="0" smtClean="0">
                          <a:solidFill>
                            <a:srgbClr val="000000"/>
                          </a:solidFill>
                        </a:rPr>
                        <a:t>3:15</a:t>
                      </a:r>
                      <a:endParaRPr lang="en-US" sz="2000" dirty="0">
                        <a:solidFill>
                          <a:srgbClr val="000000"/>
                        </a:solidFill>
                      </a:endParaRPr>
                    </a:p>
                  </a:txBody>
                  <a:tcPr marL="45720" marR="45720"/>
                </a:tc>
                <a:tc>
                  <a:txBody>
                    <a:bodyPr/>
                    <a:lstStyle/>
                    <a:p>
                      <a:r>
                        <a:rPr lang="en-US" sz="2000" dirty="0" smtClean="0">
                          <a:solidFill>
                            <a:srgbClr val="000000"/>
                          </a:solidFill>
                        </a:rPr>
                        <a:t>3:30</a:t>
                      </a:r>
                      <a:endParaRPr lang="en-US" sz="2000" dirty="0">
                        <a:solidFill>
                          <a:srgbClr val="000000"/>
                        </a:solidFill>
                      </a:endParaRPr>
                    </a:p>
                  </a:txBody>
                  <a:tcPr marL="45720" marR="45720"/>
                </a:tc>
                <a:extLst>
                  <a:ext uri="{0D108BD9-81ED-4DB2-BD59-A6C34878D82A}">
                    <a16:rowId xmlns:a16="http://schemas.microsoft.com/office/drawing/2014/main" val="10009"/>
                  </a:ext>
                </a:extLst>
              </a:tr>
              <a:tr h="409188">
                <a:tc>
                  <a:txBody>
                    <a:bodyPr/>
                    <a:lstStyle/>
                    <a:p>
                      <a:r>
                        <a:rPr lang="en-US" sz="2000" dirty="0" smtClean="0">
                          <a:solidFill>
                            <a:srgbClr val="000000"/>
                          </a:solidFill>
                        </a:rPr>
                        <a:t>Running, improving and maintaining a site in the real world</a:t>
                      </a:r>
                      <a:endParaRPr lang="en-US" sz="2000" dirty="0">
                        <a:solidFill>
                          <a:srgbClr val="000000"/>
                        </a:solidFill>
                      </a:endParaRPr>
                    </a:p>
                  </a:txBody>
                  <a:tcPr marL="45720" marR="45720">
                    <a:solidFill>
                      <a:srgbClr val="E7F2FC"/>
                    </a:solidFill>
                  </a:tcPr>
                </a:tc>
                <a:tc>
                  <a:txBody>
                    <a:bodyPr/>
                    <a:lstStyle/>
                    <a:p>
                      <a:r>
                        <a:rPr lang="en-US" sz="2000" dirty="0" smtClean="0">
                          <a:solidFill>
                            <a:srgbClr val="000000"/>
                          </a:solidFill>
                        </a:rPr>
                        <a:t>3:30</a:t>
                      </a:r>
                      <a:endParaRPr lang="en-US" sz="2000" dirty="0">
                        <a:solidFill>
                          <a:srgbClr val="000000"/>
                        </a:solidFill>
                      </a:endParaRPr>
                    </a:p>
                  </a:txBody>
                  <a:tcPr marL="45720" marR="45720">
                    <a:solidFill>
                      <a:srgbClr val="E7F2FC"/>
                    </a:solidFill>
                  </a:tcPr>
                </a:tc>
                <a:tc>
                  <a:txBody>
                    <a:bodyPr/>
                    <a:lstStyle/>
                    <a:p>
                      <a:r>
                        <a:rPr lang="en-US" sz="2000" dirty="0" smtClean="0">
                          <a:solidFill>
                            <a:srgbClr val="000000"/>
                          </a:solidFill>
                        </a:rPr>
                        <a:t>4:30</a:t>
                      </a:r>
                      <a:endParaRPr lang="en-US" sz="2000" dirty="0">
                        <a:solidFill>
                          <a:srgbClr val="000000"/>
                        </a:solidFill>
                      </a:endParaRPr>
                    </a:p>
                  </a:txBody>
                  <a:tcPr marL="45720" marR="45720">
                    <a:solidFill>
                      <a:srgbClr val="E7F2FC"/>
                    </a:solidFill>
                  </a:tcPr>
                </a:tc>
                <a:extLst>
                  <a:ext uri="{0D108BD9-81ED-4DB2-BD59-A6C34878D82A}">
                    <a16:rowId xmlns:a16="http://schemas.microsoft.com/office/drawing/2014/main" val="10010"/>
                  </a:ext>
                </a:extLst>
              </a:tr>
              <a:tr h="409188">
                <a:tc>
                  <a:txBody>
                    <a:bodyPr/>
                    <a:lstStyle/>
                    <a:p>
                      <a:r>
                        <a:rPr lang="en-US" sz="2000" dirty="0" smtClean="0">
                          <a:solidFill>
                            <a:srgbClr val="000000"/>
                          </a:solidFill>
                        </a:rPr>
                        <a:t>Wrap</a:t>
                      </a:r>
                      <a:r>
                        <a:rPr lang="en-US" sz="2000" baseline="0" dirty="0" smtClean="0">
                          <a:solidFill>
                            <a:srgbClr val="000000"/>
                          </a:solidFill>
                        </a:rPr>
                        <a:t> Up</a:t>
                      </a:r>
                      <a:endParaRPr lang="en-US" sz="2000" dirty="0">
                        <a:solidFill>
                          <a:srgbClr val="000000"/>
                        </a:solidFill>
                      </a:endParaRPr>
                    </a:p>
                  </a:txBody>
                  <a:tcPr marL="45720" marR="45720"/>
                </a:tc>
                <a:tc>
                  <a:txBody>
                    <a:bodyPr/>
                    <a:lstStyle/>
                    <a:p>
                      <a:r>
                        <a:rPr lang="en-US" sz="2000" dirty="0" smtClean="0">
                          <a:solidFill>
                            <a:srgbClr val="000000"/>
                          </a:solidFill>
                        </a:rPr>
                        <a:t>4:30</a:t>
                      </a:r>
                      <a:endParaRPr lang="en-US" sz="2000" dirty="0">
                        <a:solidFill>
                          <a:srgbClr val="000000"/>
                        </a:solidFill>
                      </a:endParaRPr>
                    </a:p>
                  </a:txBody>
                  <a:tcPr marL="45720" marR="45720"/>
                </a:tc>
                <a:tc>
                  <a:txBody>
                    <a:bodyPr/>
                    <a:lstStyle/>
                    <a:p>
                      <a:r>
                        <a:rPr lang="en-US" sz="2000" dirty="0" smtClean="0">
                          <a:solidFill>
                            <a:srgbClr val="000000"/>
                          </a:solidFill>
                        </a:rPr>
                        <a:t>5:00</a:t>
                      </a:r>
                      <a:endParaRPr lang="en-US" sz="2000" dirty="0">
                        <a:solidFill>
                          <a:srgbClr val="000000"/>
                        </a:solidFill>
                      </a:endParaRPr>
                    </a:p>
                  </a:txBody>
                  <a:tcPr marL="45720" marR="45720"/>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979247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1111250" y="415925"/>
            <a:ext cx="11080750" cy="1325563"/>
          </a:xfrm>
        </p:spPr>
        <p:txBody>
          <a:bodyPr/>
          <a:lstStyle/>
          <a:p>
            <a:r>
              <a:rPr lang="en-US" dirty="0" smtClean="0"/>
              <a:t>Session Agenda</a:t>
            </a:r>
            <a:endParaRPr lang="en-US" dirty="0"/>
          </a:p>
        </p:txBody>
      </p:sp>
      <p:sp>
        <p:nvSpPr>
          <p:cNvPr id="5" name="Content Placeholder 4"/>
          <p:cNvSpPr>
            <a:spLocks noGrp="1"/>
          </p:cNvSpPr>
          <p:nvPr>
            <p:ph idx="4294967295"/>
          </p:nvPr>
        </p:nvSpPr>
        <p:spPr>
          <a:xfrm>
            <a:off x="746125" y="2012950"/>
            <a:ext cx="11445875" cy="4214813"/>
          </a:xfrm>
        </p:spPr>
        <p:txBody>
          <a:bodyPr>
            <a:normAutofit/>
          </a:bodyPr>
          <a:lstStyle/>
          <a:p>
            <a:pPr marL="742950" indent="-742950">
              <a:lnSpc>
                <a:spcPct val="100000"/>
              </a:lnSpc>
              <a:buAutoNum type="arabicParenR"/>
            </a:pPr>
            <a:r>
              <a:rPr lang="en-US" sz="5400" dirty="0" smtClean="0">
                <a:latin typeface="+mj-lt"/>
              </a:rPr>
              <a:t>Release Recap</a:t>
            </a:r>
          </a:p>
          <a:p>
            <a:pPr marL="742950" indent="-742950">
              <a:lnSpc>
                <a:spcPct val="100000"/>
              </a:lnSpc>
              <a:buAutoNum type="arabicParenR"/>
            </a:pPr>
            <a:r>
              <a:rPr lang="en-US" sz="5400" dirty="0" smtClean="0">
                <a:latin typeface="+mj-lt"/>
              </a:rPr>
              <a:t>ASP.NET Updates</a:t>
            </a:r>
          </a:p>
          <a:p>
            <a:pPr marL="742950" indent="-742950">
              <a:lnSpc>
                <a:spcPct val="100000"/>
              </a:lnSpc>
              <a:buAutoNum type="arabicParenR"/>
            </a:pPr>
            <a:r>
              <a:rPr lang="en-US" sz="5400" dirty="0" smtClean="0">
                <a:latin typeface="+mj-lt"/>
              </a:rPr>
              <a:t>Visual Studio + Web Essentials</a:t>
            </a:r>
          </a:p>
          <a:p>
            <a:pPr marL="742950" indent="-742950">
              <a:lnSpc>
                <a:spcPct val="100000"/>
              </a:lnSpc>
              <a:buAutoNum type="arabicParenR"/>
            </a:pPr>
            <a:r>
              <a:rPr lang="en-US" sz="5400" smtClean="0">
                <a:latin typeface="+mj-lt"/>
              </a:rPr>
              <a:t>ASP.NET Core 1.0</a:t>
            </a:r>
            <a:endParaRPr lang="en-US" sz="5400" dirty="0" smtClean="0">
              <a:latin typeface="+mj-lt"/>
            </a:endParaRPr>
          </a:p>
        </p:txBody>
      </p:sp>
    </p:spTree>
    <p:extLst>
      <p:ext uri="{BB962C8B-B14F-4D97-AF65-F5344CB8AC3E}">
        <p14:creationId xmlns:p14="http://schemas.microsoft.com/office/powerpoint/2010/main" val="3063510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A164282-434E-41D4-9582-783D542A7B68}" type="slidenum">
              <a:rPr lang="en-US" smtClean="0"/>
              <a:t>5</a:t>
            </a:fld>
            <a:endParaRPr lang="en-US"/>
          </a:p>
        </p:txBody>
      </p:sp>
      <p:sp>
        <p:nvSpPr>
          <p:cNvPr id="367" name="Title 4"/>
          <p:cNvSpPr txBox="1">
            <a:spLocks/>
          </p:cNvSpPr>
          <p:nvPr/>
        </p:nvSpPr>
        <p:spPr>
          <a:xfrm>
            <a:off x="560798" y="416496"/>
            <a:ext cx="11079822" cy="855713"/>
          </a:xfrm>
          <a:prstGeom prst="rect">
            <a:avLst/>
          </a:prstGeom>
        </p:spPr>
        <p:txBody>
          <a:bodyPr/>
          <a:lstStyle>
            <a:lvl1pPr algn="l" defTabSz="914400" rtl="0" eaLnBrk="1" latinLnBrk="0" hangingPunct="1">
              <a:lnSpc>
                <a:spcPct val="90000"/>
              </a:lnSpc>
              <a:spcBef>
                <a:spcPct val="0"/>
              </a:spcBef>
              <a:buNone/>
              <a:defRPr sz="5400" kern="1200">
                <a:solidFill>
                  <a:schemeClr val="bg1"/>
                </a:solidFill>
                <a:latin typeface="+mj-lt"/>
                <a:ea typeface="+mj-ea"/>
                <a:cs typeface="+mj-cs"/>
              </a:defRPr>
            </a:lvl1pPr>
          </a:lstStyle>
          <a:p>
            <a:r>
              <a:rPr lang="en-US" dirty="0" smtClean="0"/>
              <a:t>ASP.NET and Web Tools Cadence</a:t>
            </a:r>
          </a:p>
        </p:txBody>
      </p:sp>
      <p:sp>
        <p:nvSpPr>
          <p:cNvPr id="368" name="TextBox 367"/>
          <p:cNvSpPr txBox="1"/>
          <p:nvPr/>
        </p:nvSpPr>
        <p:spPr>
          <a:xfrm>
            <a:off x="709013" y="1732733"/>
            <a:ext cx="10773975" cy="523220"/>
          </a:xfrm>
          <a:prstGeom prst="rect">
            <a:avLst/>
          </a:prstGeom>
          <a:solidFill>
            <a:srgbClr val="44546A"/>
          </a:solidFill>
        </p:spPr>
        <p:txBody>
          <a:bodyPr wrap="none" rtlCol="0">
            <a:spAutoFit/>
          </a:bodyPr>
          <a:lstStyle/>
          <a:p>
            <a:r>
              <a:rPr lang="en-US" sz="2800" dirty="0" smtClean="0">
                <a:solidFill>
                  <a:schemeClr val="bg1">
                    <a:lumMod val="75000"/>
                  </a:schemeClr>
                </a:solidFill>
              </a:rPr>
              <a:t>Rapid releases | Continuous Updates | Match the Speed of Web Dev</a:t>
            </a:r>
            <a:endParaRPr lang="en-US" sz="2800" dirty="0">
              <a:solidFill>
                <a:schemeClr val="bg1">
                  <a:lumMod val="75000"/>
                </a:schemeClr>
              </a:solidFill>
            </a:endParaRPr>
          </a:p>
        </p:txBody>
      </p:sp>
      <p:grpSp>
        <p:nvGrpSpPr>
          <p:cNvPr id="47" name="Group 46"/>
          <p:cNvGrpSpPr/>
          <p:nvPr/>
        </p:nvGrpSpPr>
        <p:grpSpPr>
          <a:xfrm>
            <a:off x="251987" y="2398493"/>
            <a:ext cx="11537720" cy="3075411"/>
            <a:chOff x="172525" y="2438578"/>
            <a:chExt cx="12026444" cy="1755372"/>
          </a:xfrm>
        </p:grpSpPr>
        <p:cxnSp>
          <p:nvCxnSpPr>
            <p:cNvPr id="48" name="OTLSHAPE_M_f3c7ef0c71c34374b241ef939b0bbeb5_Connector1"/>
            <p:cNvCxnSpPr/>
            <p:nvPr>
              <p:custDataLst>
                <p:tags r:id="rId2"/>
              </p:custDataLst>
            </p:nvPr>
          </p:nvCxnSpPr>
          <p:spPr>
            <a:xfrm>
              <a:off x="9142150" y="3429000"/>
              <a:ext cx="0" cy="527431"/>
            </a:xfrm>
            <a:prstGeom prst="line">
              <a:avLst/>
            </a:prstGeom>
            <a:ln w="9525" cap="flat" cmpd="sng" algn="ctr">
              <a:solidFill>
                <a:schemeClr val="dk1">
                  <a:alpha val="4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OTLSHAPE_M_0672512b752a42deab1fd7fdab496991_Connector1"/>
            <p:cNvCxnSpPr/>
            <p:nvPr>
              <p:custDataLst>
                <p:tags r:id="rId3"/>
              </p:custDataLst>
            </p:nvPr>
          </p:nvCxnSpPr>
          <p:spPr>
            <a:xfrm>
              <a:off x="6152595" y="3429000"/>
              <a:ext cx="0" cy="527431"/>
            </a:xfrm>
            <a:prstGeom prst="line">
              <a:avLst/>
            </a:prstGeom>
            <a:ln w="9525" cap="flat" cmpd="sng" algn="ctr">
              <a:solidFill>
                <a:schemeClr val="dk1">
                  <a:alpha val="4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OTLSHAPE_M_cd2f38a4139844498ae8f0154af48a38_Connector1"/>
            <p:cNvCxnSpPr/>
            <p:nvPr>
              <p:custDataLst>
                <p:tags r:id="rId4"/>
              </p:custDataLst>
            </p:nvPr>
          </p:nvCxnSpPr>
          <p:spPr>
            <a:xfrm>
              <a:off x="4921602" y="3429000"/>
              <a:ext cx="0" cy="527431"/>
            </a:xfrm>
            <a:prstGeom prst="line">
              <a:avLst/>
            </a:prstGeom>
            <a:ln w="9525" cap="flat" cmpd="sng" algn="ctr">
              <a:solidFill>
                <a:schemeClr val="dk1">
                  <a:alpha val="4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OTLSHAPE_M_17032b51fe414a43a34a77306a01cbf4_Connector1"/>
            <p:cNvCxnSpPr/>
            <p:nvPr>
              <p:custDataLst>
                <p:tags r:id="rId5"/>
              </p:custDataLst>
            </p:nvPr>
          </p:nvCxnSpPr>
          <p:spPr>
            <a:xfrm>
              <a:off x="3778536" y="3429000"/>
              <a:ext cx="0" cy="527431"/>
            </a:xfrm>
            <a:prstGeom prst="line">
              <a:avLst/>
            </a:prstGeom>
            <a:ln w="9525" cap="flat" cmpd="sng" algn="ctr">
              <a:solidFill>
                <a:schemeClr val="dk1">
                  <a:alpha val="4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OTLSHAPE_M_5c2460a6914647b992727dcf5329ea19_Connector1"/>
            <p:cNvCxnSpPr/>
            <p:nvPr>
              <p:custDataLst>
                <p:tags r:id="rId6"/>
              </p:custDataLst>
            </p:nvPr>
          </p:nvCxnSpPr>
          <p:spPr>
            <a:xfrm>
              <a:off x="2283759" y="3429000"/>
              <a:ext cx="0" cy="527431"/>
            </a:xfrm>
            <a:prstGeom prst="line">
              <a:avLst/>
            </a:prstGeom>
            <a:ln w="9525" cap="flat" cmpd="sng" algn="ctr">
              <a:solidFill>
                <a:schemeClr val="dk1">
                  <a:alpha val="4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OTLSHAPE_M_5c264ff918d0493e8dd076d5dd083213_Connector1"/>
            <p:cNvCxnSpPr/>
            <p:nvPr>
              <p:custDataLst>
                <p:tags r:id="rId7"/>
              </p:custDataLst>
            </p:nvPr>
          </p:nvCxnSpPr>
          <p:spPr>
            <a:xfrm>
              <a:off x="952276" y="3429000"/>
              <a:ext cx="0" cy="442172"/>
            </a:xfrm>
            <a:prstGeom prst="line">
              <a:avLst/>
            </a:prstGeom>
            <a:ln w="9525" cap="flat" cmpd="sng" algn="ctr">
              <a:solidFill>
                <a:schemeClr val="dk1">
                  <a:alpha val="4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OTLSHAPE_M_b4b8972c42054e378d6db1ee8dc57eec_Connector1"/>
            <p:cNvCxnSpPr/>
            <p:nvPr>
              <p:custDataLst>
                <p:tags r:id="rId8"/>
              </p:custDataLst>
            </p:nvPr>
          </p:nvCxnSpPr>
          <p:spPr>
            <a:xfrm>
              <a:off x="10875589" y="2774569"/>
              <a:ext cx="0" cy="273431"/>
            </a:xfrm>
            <a:prstGeom prst="line">
              <a:avLst/>
            </a:prstGeom>
            <a:ln w="9525" cap="flat" cmpd="sng" algn="ctr">
              <a:solidFill>
                <a:schemeClr val="accent1">
                  <a:alpha val="4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OTLSHAPE_M_3eff15a6626f4e528783c0668255ddfa_Connector1"/>
            <p:cNvCxnSpPr/>
            <p:nvPr>
              <p:custDataLst>
                <p:tags r:id="rId9"/>
              </p:custDataLst>
            </p:nvPr>
          </p:nvCxnSpPr>
          <p:spPr>
            <a:xfrm>
              <a:off x="9230078" y="2605828"/>
              <a:ext cx="0" cy="442172"/>
            </a:xfrm>
            <a:prstGeom prst="line">
              <a:avLst/>
            </a:prstGeom>
            <a:ln w="9525" cap="flat" cmpd="sng" algn="ctr">
              <a:solidFill>
                <a:schemeClr val="accent1">
                  <a:alpha val="4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OTLSHAPE_TB_00000000000000000000000000000000_LeftEndCaps"/>
            <p:cNvSpPr txBox="1"/>
            <p:nvPr>
              <p:custDataLst>
                <p:tags r:id="rId10"/>
              </p:custDataLst>
            </p:nvPr>
          </p:nvSpPr>
          <p:spPr>
            <a:xfrm>
              <a:off x="172525" y="3115529"/>
              <a:ext cx="741614" cy="245940"/>
            </a:xfrm>
            <a:prstGeom prst="rect">
              <a:avLst/>
            </a:prstGeom>
            <a:noFill/>
          </p:spPr>
          <p:txBody>
            <a:bodyPr vert="horz" wrap="none" lIns="0" tIns="0" rIns="0" bIns="0" rtlCol="0" anchor="ctr" anchorCtr="0">
              <a:spAutoFit/>
            </a:bodyPr>
            <a:lstStyle/>
            <a:p>
              <a:pPr algn="ctr"/>
              <a:r>
                <a:rPr lang="en-US" sz="2800" b="1" spc="-38" dirty="0" smtClean="0">
                  <a:solidFill>
                    <a:schemeClr val="bg1"/>
                  </a:solidFill>
                  <a:latin typeface="Calibri" panose="020F0502020204030204" pitchFamily="34" charset="0"/>
                </a:rPr>
                <a:t>2013</a:t>
              </a:r>
              <a:endParaRPr lang="en-US" sz="2800" b="1" spc="-38" dirty="0">
                <a:solidFill>
                  <a:schemeClr val="bg1"/>
                </a:solidFill>
                <a:latin typeface="Calibri" panose="020F0502020204030204" pitchFamily="34" charset="0"/>
              </a:endParaRPr>
            </a:p>
          </p:txBody>
        </p:sp>
        <p:sp>
          <p:nvSpPr>
            <p:cNvPr id="57" name="OTLSHAPE_TB_00000000000000000000000000000000_RightEndCaps"/>
            <p:cNvSpPr txBox="1"/>
            <p:nvPr>
              <p:custDataLst>
                <p:tags r:id="rId11"/>
              </p:custDataLst>
            </p:nvPr>
          </p:nvSpPr>
          <p:spPr>
            <a:xfrm>
              <a:off x="11266059" y="3115529"/>
              <a:ext cx="741614" cy="245940"/>
            </a:xfrm>
            <a:prstGeom prst="rect">
              <a:avLst/>
            </a:prstGeom>
            <a:noFill/>
          </p:spPr>
          <p:txBody>
            <a:bodyPr vert="horz" wrap="none" lIns="0" tIns="0" rIns="0" bIns="0" rtlCol="0" anchor="ctr" anchorCtr="0">
              <a:spAutoFit/>
            </a:bodyPr>
            <a:lstStyle/>
            <a:p>
              <a:pPr algn="ctr"/>
              <a:r>
                <a:rPr lang="en-US" sz="2800" b="1" spc="-38" smtClean="0">
                  <a:solidFill>
                    <a:schemeClr val="bg1"/>
                  </a:solidFill>
                  <a:latin typeface="Calibri" panose="020F0502020204030204" pitchFamily="34" charset="0"/>
                </a:rPr>
                <a:t>2015</a:t>
              </a:r>
              <a:endParaRPr lang="en-US" sz="2800" b="1" spc="-38">
                <a:solidFill>
                  <a:schemeClr val="bg1"/>
                </a:solidFill>
                <a:latin typeface="Calibri" panose="020F0502020204030204" pitchFamily="34" charset="0"/>
              </a:endParaRPr>
            </a:p>
          </p:txBody>
        </p:sp>
        <p:sp>
          <p:nvSpPr>
            <p:cNvPr id="58" name="OTLSHAPE_TB_00000000000000000000000000000000_ScaleContainer"/>
            <p:cNvSpPr/>
            <p:nvPr>
              <p:custDataLst>
                <p:tags r:id="rId12"/>
              </p:custDataLst>
            </p:nvPr>
          </p:nvSpPr>
          <p:spPr>
            <a:xfrm>
              <a:off x="933365" y="3048000"/>
              <a:ext cx="10337800" cy="381000"/>
            </a:xfrm>
            <a:prstGeom prst="rect">
              <a:avLst/>
            </a:prstGeom>
            <a:solidFill>
              <a:srgbClr val="6B95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bg1"/>
                </a:solidFill>
              </a:endParaRPr>
            </a:p>
          </p:txBody>
        </p:sp>
        <p:sp>
          <p:nvSpPr>
            <p:cNvPr id="59" name="OTLSHAPE_TB_00000000000000000000000000000000_TimescaleInterval1"/>
            <p:cNvSpPr txBox="1"/>
            <p:nvPr>
              <p:custDataLst>
                <p:tags r:id="rId13"/>
              </p:custDataLst>
            </p:nvPr>
          </p:nvSpPr>
          <p:spPr>
            <a:xfrm>
              <a:off x="996865" y="3145473"/>
              <a:ext cx="211148" cy="186055"/>
            </a:xfrm>
            <a:prstGeom prst="rect">
              <a:avLst/>
            </a:prstGeom>
            <a:noFill/>
          </p:spPr>
          <p:txBody>
            <a:bodyPr vert="horz" wrap="none" lIns="0" tIns="0" rIns="0" bIns="0" rtlCol="0" anchor="ctr" anchorCtr="0">
              <a:noAutofit/>
            </a:bodyPr>
            <a:lstStyle/>
            <a:p>
              <a:r>
                <a:rPr lang="en-US" spc="-22" smtClean="0">
                  <a:solidFill>
                    <a:schemeClr val="bg1"/>
                  </a:solidFill>
                  <a:latin typeface="Calibri" panose="020F0502020204030204" pitchFamily="34" charset="0"/>
                </a:rPr>
                <a:t>Oct</a:t>
              </a:r>
              <a:endParaRPr lang="en-US" spc="-22">
                <a:solidFill>
                  <a:schemeClr val="bg1"/>
                </a:solidFill>
                <a:latin typeface="Calibri" panose="020F0502020204030204" pitchFamily="34" charset="0"/>
              </a:endParaRPr>
            </a:p>
          </p:txBody>
        </p:sp>
        <p:cxnSp>
          <p:nvCxnSpPr>
            <p:cNvPr id="60" name="OTLSHAPE_TB_00000000000000000000000000000000_Separator1"/>
            <p:cNvCxnSpPr/>
            <p:nvPr>
              <p:custDataLst>
                <p:tags r:id="rId14"/>
              </p:custDataLst>
            </p:nvPr>
          </p:nvCxnSpPr>
          <p:spPr>
            <a:xfrm>
              <a:off x="2088991" y="3136900"/>
              <a:ext cx="0" cy="2032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1" name="OTLSHAPE_TB_00000000000000000000000000000000_TimescaleInterval2"/>
            <p:cNvSpPr txBox="1"/>
            <p:nvPr>
              <p:custDataLst>
                <p:tags r:id="rId15"/>
              </p:custDataLst>
            </p:nvPr>
          </p:nvSpPr>
          <p:spPr>
            <a:xfrm>
              <a:off x="2152492" y="3145473"/>
              <a:ext cx="304955" cy="186055"/>
            </a:xfrm>
            <a:prstGeom prst="rect">
              <a:avLst/>
            </a:prstGeom>
            <a:noFill/>
          </p:spPr>
          <p:txBody>
            <a:bodyPr vert="horz" wrap="none" lIns="0" tIns="0" rIns="0" bIns="0" rtlCol="0" anchor="ctr" anchorCtr="0">
              <a:noAutofit/>
            </a:bodyPr>
            <a:lstStyle/>
            <a:p>
              <a:r>
                <a:rPr lang="en-US" spc="-20" smtClean="0">
                  <a:solidFill>
                    <a:schemeClr val="bg1"/>
                  </a:solidFill>
                  <a:latin typeface="Calibri" panose="020F0502020204030204" pitchFamily="34" charset="0"/>
                </a:rPr>
                <a:t>2014</a:t>
              </a:r>
              <a:endParaRPr lang="en-US" spc="-20">
                <a:solidFill>
                  <a:schemeClr val="bg1"/>
                </a:solidFill>
                <a:latin typeface="Calibri" panose="020F0502020204030204" pitchFamily="34" charset="0"/>
              </a:endParaRPr>
            </a:p>
          </p:txBody>
        </p:sp>
        <p:cxnSp>
          <p:nvCxnSpPr>
            <p:cNvPr id="62" name="OTLSHAPE_TB_00000000000000000000000000000000_Separator2"/>
            <p:cNvCxnSpPr/>
            <p:nvPr>
              <p:custDataLst>
                <p:tags r:id="rId16"/>
              </p:custDataLst>
            </p:nvPr>
          </p:nvCxnSpPr>
          <p:spPr>
            <a:xfrm>
              <a:off x="3219495" y="3136900"/>
              <a:ext cx="0" cy="2032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3" name="OTLSHAPE_TB_00000000000000000000000000000000_TimescaleInterval3"/>
            <p:cNvSpPr txBox="1"/>
            <p:nvPr>
              <p:custDataLst>
                <p:tags r:id="rId17"/>
              </p:custDataLst>
            </p:nvPr>
          </p:nvSpPr>
          <p:spPr>
            <a:xfrm>
              <a:off x="3282996" y="3145473"/>
              <a:ext cx="219740" cy="186055"/>
            </a:xfrm>
            <a:prstGeom prst="rect">
              <a:avLst/>
            </a:prstGeom>
            <a:noFill/>
          </p:spPr>
          <p:txBody>
            <a:bodyPr vert="horz" wrap="none" lIns="0" tIns="0" rIns="0" bIns="0" rtlCol="0" anchor="ctr" anchorCtr="0">
              <a:noAutofit/>
            </a:bodyPr>
            <a:lstStyle/>
            <a:p>
              <a:r>
                <a:rPr lang="en-US" spc="-18" smtClean="0">
                  <a:solidFill>
                    <a:schemeClr val="bg1"/>
                  </a:solidFill>
                  <a:latin typeface="Calibri" panose="020F0502020204030204" pitchFamily="34" charset="0"/>
                </a:rPr>
                <a:t>Apr</a:t>
              </a:r>
              <a:endParaRPr lang="en-US" spc="-18">
                <a:solidFill>
                  <a:schemeClr val="bg1"/>
                </a:solidFill>
                <a:latin typeface="Calibri" panose="020F0502020204030204" pitchFamily="34" charset="0"/>
              </a:endParaRPr>
            </a:p>
          </p:txBody>
        </p:sp>
        <p:cxnSp>
          <p:nvCxnSpPr>
            <p:cNvPr id="64" name="OTLSHAPE_TB_00000000000000000000000000000000_Separator3"/>
            <p:cNvCxnSpPr/>
            <p:nvPr>
              <p:custDataLst>
                <p:tags r:id="rId18"/>
              </p:custDataLst>
            </p:nvPr>
          </p:nvCxnSpPr>
          <p:spPr>
            <a:xfrm>
              <a:off x="4362560" y="3136900"/>
              <a:ext cx="0" cy="2032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OTLSHAPE_TB_00000000000000000000000000000000_TimescaleInterval4"/>
            <p:cNvSpPr txBox="1"/>
            <p:nvPr>
              <p:custDataLst>
                <p:tags r:id="rId19"/>
              </p:custDataLst>
            </p:nvPr>
          </p:nvSpPr>
          <p:spPr>
            <a:xfrm>
              <a:off x="4426061" y="3145473"/>
              <a:ext cx="158185" cy="186055"/>
            </a:xfrm>
            <a:prstGeom prst="rect">
              <a:avLst/>
            </a:prstGeom>
            <a:noFill/>
          </p:spPr>
          <p:txBody>
            <a:bodyPr vert="horz" wrap="none" lIns="0" tIns="0" rIns="0" bIns="0" rtlCol="0" anchor="ctr" anchorCtr="0">
              <a:noAutofit/>
            </a:bodyPr>
            <a:lstStyle/>
            <a:p>
              <a:r>
                <a:rPr lang="en-US" spc="-20" smtClean="0">
                  <a:solidFill>
                    <a:schemeClr val="bg1"/>
                  </a:solidFill>
                  <a:latin typeface="Calibri" panose="020F0502020204030204" pitchFamily="34" charset="0"/>
                </a:rPr>
                <a:t>Jul</a:t>
              </a:r>
              <a:endParaRPr lang="en-US" spc="-20">
                <a:solidFill>
                  <a:schemeClr val="bg1"/>
                </a:solidFill>
                <a:latin typeface="Calibri" panose="020F0502020204030204" pitchFamily="34" charset="0"/>
              </a:endParaRPr>
            </a:p>
          </p:txBody>
        </p:sp>
        <p:cxnSp>
          <p:nvCxnSpPr>
            <p:cNvPr id="66" name="OTLSHAPE_TB_00000000000000000000000000000000_Separator4"/>
            <p:cNvCxnSpPr/>
            <p:nvPr>
              <p:custDataLst>
                <p:tags r:id="rId20"/>
              </p:custDataLst>
            </p:nvPr>
          </p:nvCxnSpPr>
          <p:spPr>
            <a:xfrm>
              <a:off x="5518187" y="3136900"/>
              <a:ext cx="0" cy="2032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7" name="OTLSHAPE_TB_00000000000000000000000000000000_TimescaleInterval5"/>
            <p:cNvSpPr txBox="1"/>
            <p:nvPr>
              <p:custDataLst>
                <p:tags r:id="rId21"/>
              </p:custDataLst>
            </p:nvPr>
          </p:nvSpPr>
          <p:spPr>
            <a:xfrm>
              <a:off x="5581687" y="3145473"/>
              <a:ext cx="211148" cy="186055"/>
            </a:xfrm>
            <a:prstGeom prst="rect">
              <a:avLst/>
            </a:prstGeom>
            <a:noFill/>
          </p:spPr>
          <p:txBody>
            <a:bodyPr vert="horz" wrap="none" lIns="0" tIns="0" rIns="0" bIns="0" rtlCol="0" anchor="ctr" anchorCtr="0">
              <a:noAutofit/>
            </a:bodyPr>
            <a:lstStyle/>
            <a:p>
              <a:r>
                <a:rPr lang="en-US" spc="-22" smtClean="0">
                  <a:solidFill>
                    <a:schemeClr val="bg1"/>
                  </a:solidFill>
                  <a:latin typeface="Calibri" panose="020F0502020204030204" pitchFamily="34" charset="0"/>
                </a:rPr>
                <a:t>Oct</a:t>
              </a:r>
              <a:endParaRPr lang="en-US" spc="-22">
                <a:solidFill>
                  <a:schemeClr val="bg1"/>
                </a:solidFill>
                <a:latin typeface="Calibri" panose="020F0502020204030204" pitchFamily="34" charset="0"/>
              </a:endParaRPr>
            </a:p>
          </p:txBody>
        </p:sp>
        <p:cxnSp>
          <p:nvCxnSpPr>
            <p:cNvPr id="68" name="OTLSHAPE_TB_00000000000000000000000000000000_Separator5"/>
            <p:cNvCxnSpPr/>
            <p:nvPr>
              <p:custDataLst>
                <p:tags r:id="rId22"/>
              </p:custDataLst>
            </p:nvPr>
          </p:nvCxnSpPr>
          <p:spPr>
            <a:xfrm>
              <a:off x="6673813" y="3136900"/>
              <a:ext cx="0" cy="2032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9" name="OTLSHAPE_TB_00000000000000000000000000000000_TimescaleInterval6"/>
            <p:cNvSpPr txBox="1"/>
            <p:nvPr>
              <p:custDataLst>
                <p:tags r:id="rId23"/>
              </p:custDataLst>
            </p:nvPr>
          </p:nvSpPr>
          <p:spPr>
            <a:xfrm>
              <a:off x="6737314" y="3145473"/>
              <a:ext cx="304955" cy="186055"/>
            </a:xfrm>
            <a:prstGeom prst="rect">
              <a:avLst/>
            </a:prstGeom>
            <a:noFill/>
          </p:spPr>
          <p:txBody>
            <a:bodyPr vert="horz" wrap="none" lIns="0" tIns="0" rIns="0" bIns="0" rtlCol="0" anchor="ctr" anchorCtr="0">
              <a:noAutofit/>
            </a:bodyPr>
            <a:lstStyle/>
            <a:p>
              <a:r>
                <a:rPr lang="en-US" spc="-20" smtClean="0">
                  <a:solidFill>
                    <a:schemeClr val="bg1"/>
                  </a:solidFill>
                  <a:latin typeface="Calibri" panose="020F0502020204030204" pitchFamily="34" charset="0"/>
                </a:rPr>
                <a:t>2015</a:t>
              </a:r>
              <a:endParaRPr lang="en-US" spc="-20">
                <a:solidFill>
                  <a:schemeClr val="bg1"/>
                </a:solidFill>
                <a:latin typeface="Calibri" panose="020F0502020204030204" pitchFamily="34" charset="0"/>
              </a:endParaRPr>
            </a:p>
          </p:txBody>
        </p:sp>
        <p:cxnSp>
          <p:nvCxnSpPr>
            <p:cNvPr id="70" name="OTLSHAPE_TB_00000000000000000000000000000000_Separator6"/>
            <p:cNvCxnSpPr/>
            <p:nvPr>
              <p:custDataLst>
                <p:tags r:id="rId24"/>
              </p:custDataLst>
            </p:nvPr>
          </p:nvCxnSpPr>
          <p:spPr>
            <a:xfrm>
              <a:off x="7804317" y="3136900"/>
              <a:ext cx="0" cy="2032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1" name="OTLSHAPE_TB_00000000000000000000000000000000_TimescaleInterval7"/>
            <p:cNvSpPr txBox="1"/>
            <p:nvPr>
              <p:custDataLst>
                <p:tags r:id="rId25"/>
              </p:custDataLst>
            </p:nvPr>
          </p:nvSpPr>
          <p:spPr>
            <a:xfrm>
              <a:off x="7867817" y="3145473"/>
              <a:ext cx="219740" cy="186055"/>
            </a:xfrm>
            <a:prstGeom prst="rect">
              <a:avLst/>
            </a:prstGeom>
            <a:noFill/>
          </p:spPr>
          <p:txBody>
            <a:bodyPr vert="horz" wrap="none" lIns="0" tIns="0" rIns="0" bIns="0" rtlCol="0" anchor="ctr" anchorCtr="0">
              <a:noAutofit/>
            </a:bodyPr>
            <a:lstStyle/>
            <a:p>
              <a:r>
                <a:rPr lang="en-US" spc="-18" smtClean="0">
                  <a:solidFill>
                    <a:schemeClr val="bg1"/>
                  </a:solidFill>
                  <a:latin typeface="Calibri" panose="020F0502020204030204" pitchFamily="34" charset="0"/>
                </a:rPr>
                <a:t>Apr</a:t>
              </a:r>
              <a:endParaRPr lang="en-US" spc="-18">
                <a:solidFill>
                  <a:schemeClr val="bg1"/>
                </a:solidFill>
                <a:latin typeface="Calibri" panose="020F0502020204030204" pitchFamily="34" charset="0"/>
              </a:endParaRPr>
            </a:p>
          </p:txBody>
        </p:sp>
        <p:cxnSp>
          <p:nvCxnSpPr>
            <p:cNvPr id="72" name="OTLSHAPE_TB_00000000000000000000000000000000_Separator7"/>
            <p:cNvCxnSpPr/>
            <p:nvPr>
              <p:custDataLst>
                <p:tags r:id="rId26"/>
              </p:custDataLst>
            </p:nvPr>
          </p:nvCxnSpPr>
          <p:spPr>
            <a:xfrm>
              <a:off x="8947382" y="3136900"/>
              <a:ext cx="0" cy="2032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3" name="OTLSHAPE_TB_00000000000000000000000000000000_TimescaleInterval8"/>
            <p:cNvSpPr txBox="1"/>
            <p:nvPr>
              <p:custDataLst>
                <p:tags r:id="rId27"/>
              </p:custDataLst>
            </p:nvPr>
          </p:nvSpPr>
          <p:spPr>
            <a:xfrm>
              <a:off x="9010883" y="3145473"/>
              <a:ext cx="158185" cy="186055"/>
            </a:xfrm>
            <a:prstGeom prst="rect">
              <a:avLst/>
            </a:prstGeom>
            <a:noFill/>
          </p:spPr>
          <p:txBody>
            <a:bodyPr vert="horz" wrap="none" lIns="0" tIns="0" rIns="0" bIns="0" rtlCol="0" anchor="ctr" anchorCtr="0">
              <a:noAutofit/>
            </a:bodyPr>
            <a:lstStyle/>
            <a:p>
              <a:r>
                <a:rPr lang="en-US" spc="-20" smtClean="0">
                  <a:solidFill>
                    <a:schemeClr val="bg1"/>
                  </a:solidFill>
                  <a:latin typeface="Calibri" panose="020F0502020204030204" pitchFamily="34" charset="0"/>
                </a:rPr>
                <a:t>Jul</a:t>
              </a:r>
              <a:endParaRPr lang="en-US" spc="-20">
                <a:solidFill>
                  <a:schemeClr val="bg1"/>
                </a:solidFill>
                <a:latin typeface="Calibri" panose="020F0502020204030204" pitchFamily="34" charset="0"/>
              </a:endParaRPr>
            </a:p>
          </p:txBody>
        </p:sp>
        <p:cxnSp>
          <p:nvCxnSpPr>
            <p:cNvPr id="74" name="OTLSHAPE_TB_00000000000000000000000000000000_Separator8"/>
            <p:cNvCxnSpPr/>
            <p:nvPr>
              <p:custDataLst>
                <p:tags r:id="rId28"/>
              </p:custDataLst>
            </p:nvPr>
          </p:nvCxnSpPr>
          <p:spPr>
            <a:xfrm>
              <a:off x="10103008" y="3136900"/>
              <a:ext cx="0" cy="2032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5" name="OTLSHAPE_TB_00000000000000000000000000000000_TimescaleInterval9"/>
            <p:cNvSpPr txBox="1"/>
            <p:nvPr>
              <p:custDataLst>
                <p:tags r:id="rId29"/>
              </p:custDataLst>
            </p:nvPr>
          </p:nvSpPr>
          <p:spPr>
            <a:xfrm>
              <a:off x="10166509" y="3145473"/>
              <a:ext cx="211148" cy="186055"/>
            </a:xfrm>
            <a:prstGeom prst="rect">
              <a:avLst/>
            </a:prstGeom>
            <a:noFill/>
          </p:spPr>
          <p:txBody>
            <a:bodyPr vert="horz" wrap="none" lIns="0" tIns="0" rIns="0" bIns="0" rtlCol="0" anchor="ctr" anchorCtr="0">
              <a:noAutofit/>
            </a:bodyPr>
            <a:lstStyle/>
            <a:p>
              <a:r>
                <a:rPr lang="en-US" spc="-22" smtClean="0">
                  <a:solidFill>
                    <a:schemeClr val="bg1"/>
                  </a:solidFill>
                  <a:latin typeface="Calibri" panose="020F0502020204030204" pitchFamily="34" charset="0"/>
                </a:rPr>
                <a:t>Oct</a:t>
              </a:r>
              <a:endParaRPr lang="en-US" spc="-22">
                <a:solidFill>
                  <a:schemeClr val="bg1"/>
                </a:solidFill>
                <a:latin typeface="Calibri" panose="020F0502020204030204" pitchFamily="34" charset="0"/>
              </a:endParaRPr>
            </a:p>
          </p:txBody>
        </p:sp>
        <p:sp>
          <p:nvSpPr>
            <p:cNvPr id="76" name="OTLSHAPE_M_3eff15a6626f4e528783c0668255ddfa_Title"/>
            <p:cNvSpPr txBox="1"/>
            <p:nvPr>
              <p:custDataLst>
                <p:tags r:id="rId30"/>
              </p:custDataLst>
            </p:nvPr>
          </p:nvSpPr>
          <p:spPr>
            <a:xfrm>
              <a:off x="9452327" y="2438578"/>
              <a:ext cx="1079500" cy="281075"/>
            </a:xfrm>
            <a:prstGeom prst="rect">
              <a:avLst/>
            </a:prstGeom>
            <a:noFill/>
          </p:spPr>
          <p:txBody>
            <a:bodyPr vert="horz" wrap="square" lIns="0" tIns="0" rIns="0" bIns="0" rtlCol="0" anchor="ctr" anchorCtr="0">
              <a:spAutoFit/>
            </a:bodyPr>
            <a:lstStyle/>
            <a:p>
              <a:r>
                <a:rPr lang="en-US" sz="1600" b="1" spc="-6" smtClean="0">
                  <a:solidFill>
                    <a:schemeClr val="bg1"/>
                  </a:solidFill>
                  <a:latin typeface="Calibri" panose="020F0502020204030204" pitchFamily="34" charset="0"/>
                </a:rPr>
                <a:t>Visual Studio 2015</a:t>
              </a:r>
              <a:endParaRPr lang="en-US" sz="1600" b="1" spc="-6">
                <a:solidFill>
                  <a:schemeClr val="bg1"/>
                </a:solidFill>
                <a:latin typeface="Calibri" panose="020F0502020204030204" pitchFamily="34" charset="0"/>
              </a:endParaRPr>
            </a:p>
          </p:txBody>
        </p:sp>
        <p:sp>
          <p:nvSpPr>
            <p:cNvPr id="77" name="OTLSHAPE_M_3eff15a6626f4e528783c0668255ddfa_Date"/>
            <p:cNvSpPr txBox="1"/>
            <p:nvPr>
              <p:custDataLst>
                <p:tags r:id="rId31"/>
              </p:custDataLst>
            </p:nvPr>
          </p:nvSpPr>
          <p:spPr>
            <a:xfrm>
              <a:off x="9452327" y="2701886"/>
              <a:ext cx="737572" cy="105403"/>
            </a:xfrm>
            <a:prstGeom prst="rect">
              <a:avLst/>
            </a:prstGeom>
            <a:noFill/>
          </p:spPr>
          <p:txBody>
            <a:bodyPr vert="horz" wrap="square" lIns="0" tIns="0" rIns="0" bIns="0" rtlCol="0" anchor="ctr" anchorCtr="0">
              <a:spAutoFit/>
            </a:bodyPr>
            <a:lstStyle/>
            <a:p>
              <a:r>
                <a:rPr lang="en-US" sz="1200" spc="-8" smtClean="0">
                  <a:solidFill>
                    <a:schemeClr val="bg1"/>
                  </a:solidFill>
                  <a:latin typeface="Calibri" panose="020F0502020204030204" pitchFamily="34" charset="0"/>
                </a:rPr>
                <a:t>7/22/2015</a:t>
              </a:r>
              <a:endParaRPr lang="en-US" sz="1200" spc="-8">
                <a:solidFill>
                  <a:schemeClr val="bg1"/>
                </a:solidFill>
                <a:latin typeface="Calibri" panose="020F0502020204030204" pitchFamily="34" charset="0"/>
              </a:endParaRPr>
            </a:p>
          </p:txBody>
        </p:sp>
        <p:sp>
          <p:nvSpPr>
            <p:cNvPr id="78" name="OTLSHAPE_M_3eff15a6626f4e528783c0668255ddfa_Shape"/>
            <p:cNvSpPr/>
            <p:nvPr>
              <p:custDataLst>
                <p:tags r:id="rId32"/>
              </p:custDataLst>
            </p:nvPr>
          </p:nvSpPr>
          <p:spPr>
            <a:xfrm rot="16200000">
              <a:off x="9255478" y="2605828"/>
              <a:ext cx="165100" cy="165100"/>
            </a:xfrm>
            <a:prstGeom prst="flowChartMerge">
              <a:avLst/>
            </a:prstGeom>
            <a:solidFill>
              <a:schemeClr val="accent1"/>
            </a:solidFill>
            <a:ln w="12700" cap="flat" cmpd="sng" algn="ctr">
              <a:noFill/>
              <a:prstDash val="solid"/>
              <a:miter lim="800000"/>
            </a:ln>
            <a:effectLst>
              <a:outerShdw>
                <a:scrgbClr r="0" g="0" b="0">
                  <a:alpha val="50000"/>
                </a:sc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bg1"/>
                </a:solidFill>
              </a:endParaRPr>
            </a:p>
          </p:txBody>
        </p:sp>
        <p:sp>
          <p:nvSpPr>
            <p:cNvPr id="79" name="OTLSHAPE_M_b4b8972c42054e378d6db1ee8dc57eec_Title"/>
            <p:cNvSpPr txBox="1"/>
            <p:nvPr>
              <p:custDataLst>
                <p:tags r:id="rId33"/>
              </p:custDataLst>
            </p:nvPr>
          </p:nvSpPr>
          <p:spPr>
            <a:xfrm>
              <a:off x="11097838" y="2577338"/>
              <a:ext cx="1101131" cy="341037"/>
            </a:xfrm>
            <a:prstGeom prst="rect">
              <a:avLst/>
            </a:prstGeom>
            <a:noFill/>
          </p:spPr>
          <p:txBody>
            <a:bodyPr vert="horz" wrap="square" lIns="0" tIns="0" rIns="0" bIns="0" rtlCol="0" anchor="ctr" anchorCtr="0">
              <a:noAutofit/>
            </a:bodyPr>
            <a:lstStyle/>
            <a:p>
              <a:r>
                <a:rPr lang="en-US" sz="1600" b="1" dirty="0" smtClean="0">
                  <a:solidFill>
                    <a:schemeClr val="bg1"/>
                  </a:solidFill>
                  <a:latin typeface="Calibri" panose="020F0502020204030204" pitchFamily="34" charset="0"/>
                </a:rPr>
                <a:t>Visual Studio 2015.1</a:t>
              </a:r>
              <a:endParaRPr lang="en-US" sz="1600" b="1" dirty="0">
                <a:solidFill>
                  <a:schemeClr val="bg1"/>
                </a:solidFill>
                <a:latin typeface="Calibri" panose="020F0502020204030204" pitchFamily="34" charset="0"/>
              </a:endParaRPr>
            </a:p>
          </p:txBody>
        </p:sp>
        <p:sp>
          <p:nvSpPr>
            <p:cNvPr id="80" name="OTLSHAPE_M_b4b8972c42054e378d6db1ee8dc57eec_Date"/>
            <p:cNvSpPr txBox="1"/>
            <p:nvPr>
              <p:custDataLst>
                <p:tags r:id="rId34"/>
              </p:custDataLst>
            </p:nvPr>
          </p:nvSpPr>
          <p:spPr>
            <a:xfrm>
              <a:off x="11097839" y="2955887"/>
              <a:ext cx="800100" cy="105403"/>
            </a:xfrm>
            <a:prstGeom prst="rect">
              <a:avLst/>
            </a:prstGeom>
            <a:noFill/>
          </p:spPr>
          <p:txBody>
            <a:bodyPr vert="horz" wrap="square" lIns="0" tIns="0" rIns="0" bIns="0" rtlCol="0" anchor="ctr" anchorCtr="0">
              <a:spAutoFit/>
            </a:bodyPr>
            <a:lstStyle/>
            <a:p>
              <a:r>
                <a:rPr lang="en-US" sz="1200" spc="-8" dirty="0" smtClean="0">
                  <a:solidFill>
                    <a:schemeClr val="bg1"/>
                  </a:solidFill>
                  <a:latin typeface="Calibri" panose="020F0502020204030204" pitchFamily="34" charset="0"/>
                </a:rPr>
                <a:t>11/30/2015</a:t>
              </a:r>
              <a:endParaRPr lang="en-US" sz="1200" spc="-8" dirty="0">
                <a:solidFill>
                  <a:schemeClr val="bg1"/>
                </a:solidFill>
                <a:latin typeface="Calibri" panose="020F0502020204030204" pitchFamily="34" charset="0"/>
              </a:endParaRPr>
            </a:p>
          </p:txBody>
        </p:sp>
        <p:sp>
          <p:nvSpPr>
            <p:cNvPr id="81" name="OTLSHAPE_M_b4b8972c42054e378d6db1ee8dc57eec_Shape"/>
            <p:cNvSpPr/>
            <p:nvPr>
              <p:custDataLst>
                <p:tags r:id="rId35"/>
              </p:custDataLst>
            </p:nvPr>
          </p:nvSpPr>
          <p:spPr>
            <a:xfrm rot="16200000">
              <a:off x="10900989" y="2774569"/>
              <a:ext cx="165100" cy="165100"/>
            </a:xfrm>
            <a:prstGeom prst="flowChartMerge">
              <a:avLst/>
            </a:prstGeom>
            <a:solidFill>
              <a:schemeClr val="accent1"/>
            </a:solidFill>
            <a:ln w="12700" cap="flat" cmpd="sng" algn="ctr">
              <a:noFill/>
              <a:prstDash val="solid"/>
              <a:miter lim="800000"/>
            </a:ln>
            <a:effectLst>
              <a:outerShdw>
                <a:scrgbClr r="0" g="0" b="0">
                  <a:alpha val="50000"/>
                </a:sc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bg1"/>
                </a:solidFill>
              </a:endParaRPr>
            </a:p>
          </p:txBody>
        </p:sp>
        <p:sp>
          <p:nvSpPr>
            <p:cNvPr id="82" name="OTLSHAPE_M_5c264ff918d0493e8dd076d5dd083213_Title"/>
            <p:cNvSpPr txBox="1"/>
            <p:nvPr>
              <p:custDataLst>
                <p:tags r:id="rId36"/>
              </p:custDataLst>
            </p:nvPr>
          </p:nvSpPr>
          <p:spPr>
            <a:xfrm>
              <a:off x="1174526" y="3757346"/>
              <a:ext cx="1079500" cy="281075"/>
            </a:xfrm>
            <a:prstGeom prst="rect">
              <a:avLst/>
            </a:prstGeom>
            <a:noFill/>
          </p:spPr>
          <p:txBody>
            <a:bodyPr vert="horz" wrap="square" lIns="0" tIns="0" rIns="0" bIns="0" rtlCol="0" anchor="ctr" anchorCtr="0">
              <a:spAutoFit/>
            </a:bodyPr>
            <a:lstStyle/>
            <a:p>
              <a:r>
                <a:rPr lang="en-US" sz="1600" b="1" spc="-6" smtClean="0">
                  <a:solidFill>
                    <a:schemeClr val="bg1"/>
                  </a:solidFill>
                  <a:latin typeface="Calibri" panose="020F0502020204030204" pitchFamily="34" charset="0"/>
                </a:rPr>
                <a:t>Visual Studio 2013</a:t>
              </a:r>
              <a:endParaRPr lang="en-US" sz="1600" b="1" spc="-6">
                <a:solidFill>
                  <a:schemeClr val="bg1"/>
                </a:solidFill>
                <a:latin typeface="Calibri" panose="020F0502020204030204" pitchFamily="34" charset="0"/>
              </a:endParaRPr>
            </a:p>
          </p:txBody>
        </p:sp>
        <p:sp>
          <p:nvSpPr>
            <p:cNvPr id="83" name="OTLSHAPE_M_5c264ff918d0493e8dd076d5dd083213_Date"/>
            <p:cNvSpPr txBox="1"/>
            <p:nvPr>
              <p:custDataLst>
                <p:tags r:id="rId37"/>
              </p:custDataLst>
            </p:nvPr>
          </p:nvSpPr>
          <p:spPr>
            <a:xfrm>
              <a:off x="1174526" y="3669712"/>
              <a:ext cx="931433" cy="105403"/>
            </a:xfrm>
            <a:prstGeom prst="rect">
              <a:avLst/>
            </a:prstGeom>
            <a:noFill/>
          </p:spPr>
          <p:txBody>
            <a:bodyPr vert="horz" wrap="square" lIns="0" tIns="0" rIns="0" bIns="0" rtlCol="0" anchor="ctr" anchorCtr="0">
              <a:spAutoFit/>
            </a:bodyPr>
            <a:lstStyle/>
            <a:p>
              <a:r>
                <a:rPr lang="en-US" sz="1200" spc="-8" dirty="0" smtClean="0">
                  <a:solidFill>
                    <a:schemeClr val="bg1"/>
                  </a:solidFill>
                  <a:latin typeface="Calibri" panose="020F0502020204030204" pitchFamily="34" charset="0"/>
                </a:rPr>
                <a:t>10/1/2013</a:t>
              </a:r>
              <a:endParaRPr lang="en-US" sz="1200" spc="-8" dirty="0">
                <a:solidFill>
                  <a:schemeClr val="bg1"/>
                </a:solidFill>
                <a:latin typeface="Calibri" panose="020F0502020204030204" pitchFamily="34" charset="0"/>
              </a:endParaRPr>
            </a:p>
          </p:txBody>
        </p:sp>
        <p:sp>
          <p:nvSpPr>
            <p:cNvPr id="84" name="OTLSHAPE_M_5c264ff918d0493e8dd076d5dd083213_Shape"/>
            <p:cNvSpPr/>
            <p:nvPr>
              <p:custDataLst>
                <p:tags r:id="rId38"/>
              </p:custDataLst>
            </p:nvPr>
          </p:nvSpPr>
          <p:spPr>
            <a:xfrm rot="16200000">
              <a:off x="977676" y="3706072"/>
              <a:ext cx="165100" cy="165100"/>
            </a:xfrm>
            <a:prstGeom prst="flowChartMerge">
              <a:avLst/>
            </a:prstGeom>
            <a:solidFill>
              <a:schemeClr val="dk1"/>
            </a:solidFill>
            <a:ln w="12700" cap="flat" cmpd="sng" algn="ctr">
              <a:noFill/>
              <a:prstDash val="solid"/>
              <a:miter lim="800000"/>
            </a:ln>
            <a:effectLst>
              <a:outerShdw>
                <a:scrgbClr r="0" g="0" b="0">
                  <a:alpha val="50000"/>
                </a:sc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bg1"/>
                </a:solidFill>
              </a:endParaRPr>
            </a:p>
          </p:txBody>
        </p:sp>
        <p:sp>
          <p:nvSpPr>
            <p:cNvPr id="85" name="OTLSHAPE_M_5c2460a6914647b992727dcf5329ea19_Title"/>
            <p:cNvSpPr txBox="1"/>
            <p:nvPr>
              <p:custDataLst>
                <p:tags r:id="rId39"/>
              </p:custDataLst>
            </p:nvPr>
          </p:nvSpPr>
          <p:spPr>
            <a:xfrm>
              <a:off x="2506009" y="3772338"/>
              <a:ext cx="800100" cy="421612"/>
            </a:xfrm>
            <a:prstGeom prst="rect">
              <a:avLst/>
            </a:prstGeom>
            <a:noFill/>
          </p:spPr>
          <p:txBody>
            <a:bodyPr vert="horz" wrap="square" lIns="0" tIns="0" rIns="0" bIns="0" rtlCol="0" anchor="ctr" anchorCtr="0">
              <a:spAutoFit/>
            </a:bodyPr>
            <a:lstStyle/>
            <a:p>
              <a:r>
                <a:rPr lang="en-US" sz="1600" b="1" spc="-4" smtClean="0">
                  <a:solidFill>
                    <a:schemeClr val="bg1"/>
                  </a:solidFill>
                  <a:latin typeface="Calibri" panose="020F0502020204030204" pitchFamily="34" charset="0"/>
                </a:rPr>
                <a:t>Visual Studio </a:t>
              </a:r>
              <a:br>
                <a:rPr lang="en-US" sz="1600" b="1" spc="-4" smtClean="0">
                  <a:solidFill>
                    <a:schemeClr val="bg1"/>
                  </a:solidFill>
                  <a:latin typeface="Calibri" panose="020F0502020204030204" pitchFamily="34" charset="0"/>
                </a:rPr>
              </a:br>
              <a:r>
                <a:rPr lang="en-US" sz="1600" b="1" spc="-4" smtClean="0">
                  <a:solidFill>
                    <a:schemeClr val="bg1"/>
                  </a:solidFill>
                  <a:latin typeface="Calibri" panose="020F0502020204030204" pitchFamily="34" charset="0"/>
                </a:rPr>
                <a:t>2013.1</a:t>
              </a:r>
              <a:endParaRPr lang="en-US" sz="1600" b="1" spc="-4">
                <a:solidFill>
                  <a:schemeClr val="bg1"/>
                </a:solidFill>
                <a:latin typeface="Calibri" panose="020F0502020204030204" pitchFamily="34" charset="0"/>
              </a:endParaRPr>
            </a:p>
          </p:txBody>
        </p:sp>
        <p:sp>
          <p:nvSpPr>
            <p:cNvPr id="86" name="OTLSHAPE_M_5c2460a6914647b992727dcf5329ea19_Date"/>
            <p:cNvSpPr txBox="1"/>
            <p:nvPr>
              <p:custDataLst>
                <p:tags r:id="rId40"/>
              </p:custDataLst>
            </p:nvPr>
          </p:nvSpPr>
          <p:spPr>
            <a:xfrm>
              <a:off x="2506009" y="3669712"/>
              <a:ext cx="740932" cy="105403"/>
            </a:xfrm>
            <a:prstGeom prst="rect">
              <a:avLst/>
            </a:prstGeom>
            <a:noFill/>
          </p:spPr>
          <p:txBody>
            <a:bodyPr vert="horz" wrap="square" lIns="0" tIns="0" rIns="0" bIns="0" rtlCol="0" anchor="ctr" anchorCtr="0">
              <a:spAutoFit/>
            </a:bodyPr>
            <a:lstStyle/>
            <a:p>
              <a:r>
                <a:rPr lang="en-US" sz="1200" spc="-8" smtClean="0">
                  <a:solidFill>
                    <a:schemeClr val="bg1"/>
                  </a:solidFill>
                  <a:latin typeface="Calibri" panose="020F0502020204030204" pitchFamily="34" charset="0"/>
                </a:rPr>
                <a:t>1/15/2014</a:t>
              </a:r>
              <a:endParaRPr lang="en-US" sz="1200" spc="-8">
                <a:solidFill>
                  <a:schemeClr val="bg1"/>
                </a:solidFill>
                <a:latin typeface="Calibri" panose="020F0502020204030204" pitchFamily="34" charset="0"/>
              </a:endParaRPr>
            </a:p>
          </p:txBody>
        </p:sp>
        <p:sp>
          <p:nvSpPr>
            <p:cNvPr id="87" name="OTLSHAPE_M_5c2460a6914647b992727dcf5329ea19_Shape"/>
            <p:cNvSpPr/>
            <p:nvPr>
              <p:custDataLst>
                <p:tags r:id="rId41"/>
              </p:custDataLst>
            </p:nvPr>
          </p:nvSpPr>
          <p:spPr>
            <a:xfrm rot="16200000">
              <a:off x="2309159" y="3791331"/>
              <a:ext cx="165100" cy="165100"/>
            </a:xfrm>
            <a:prstGeom prst="flowChartMerge">
              <a:avLst/>
            </a:prstGeom>
            <a:solidFill>
              <a:schemeClr val="dk1"/>
            </a:solidFill>
            <a:ln w="12700" cap="flat" cmpd="sng" algn="ctr">
              <a:noFill/>
              <a:prstDash val="solid"/>
              <a:miter lim="800000"/>
            </a:ln>
            <a:effectLst>
              <a:outerShdw>
                <a:scrgbClr r="0" g="0" b="0">
                  <a:alpha val="50000"/>
                </a:sc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bg1"/>
                </a:solidFill>
              </a:endParaRPr>
            </a:p>
          </p:txBody>
        </p:sp>
        <p:sp>
          <p:nvSpPr>
            <p:cNvPr id="88" name="OTLSHAPE_M_17032b51fe414a43a34a77306a01cbf4_Title"/>
            <p:cNvSpPr txBox="1"/>
            <p:nvPr>
              <p:custDataLst>
                <p:tags r:id="rId42"/>
              </p:custDataLst>
            </p:nvPr>
          </p:nvSpPr>
          <p:spPr>
            <a:xfrm>
              <a:off x="4000786" y="3772338"/>
              <a:ext cx="762000" cy="421612"/>
            </a:xfrm>
            <a:prstGeom prst="rect">
              <a:avLst/>
            </a:prstGeom>
            <a:noFill/>
          </p:spPr>
          <p:txBody>
            <a:bodyPr vert="horz" wrap="square" lIns="0" tIns="0" rIns="0" bIns="0" rtlCol="0" anchor="ctr" anchorCtr="0">
              <a:spAutoFit/>
            </a:bodyPr>
            <a:lstStyle/>
            <a:p>
              <a:r>
                <a:rPr lang="en-US" sz="1600" b="1" spc="-6" smtClean="0">
                  <a:solidFill>
                    <a:schemeClr val="bg1"/>
                  </a:solidFill>
                  <a:latin typeface="Calibri" panose="020F0502020204030204" pitchFamily="34" charset="0"/>
                </a:rPr>
                <a:t>Visual Studio</a:t>
              </a:r>
              <a:br>
                <a:rPr lang="en-US" sz="1600" b="1" spc="-6" smtClean="0">
                  <a:solidFill>
                    <a:schemeClr val="bg1"/>
                  </a:solidFill>
                  <a:latin typeface="Calibri" panose="020F0502020204030204" pitchFamily="34" charset="0"/>
                </a:rPr>
              </a:br>
              <a:r>
                <a:rPr lang="en-US" sz="1600" b="1" spc="-6" smtClean="0">
                  <a:solidFill>
                    <a:schemeClr val="bg1"/>
                  </a:solidFill>
                  <a:latin typeface="Calibri" panose="020F0502020204030204" pitchFamily="34" charset="0"/>
                </a:rPr>
                <a:t> 2013.2</a:t>
              </a:r>
              <a:endParaRPr lang="en-US" sz="1600" b="1" spc="-6">
                <a:solidFill>
                  <a:schemeClr val="bg1"/>
                </a:solidFill>
                <a:latin typeface="Calibri" panose="020F0502020204030204" pitchFamily="34" charset="0"/>
              </a:endParaRPr>
            </a:p>
          </p:txBody>
        </p:sp>
        <p:sp>
          <p:nvSpPr>
            <p:cNvPr id="89" name="OTLSHAPE_M_17032b51fe414a43a34a77306a01cbf4_Date"/>
            <p:cNvSpPr txBox="1"/>
            <p:nvPr>
              <p:custDataLst>
                <p:tags r:id="rId43"/>
              </p:custDataLst>
            </p:nvPr>
          </p:nvSpPr>
          <p:spPr>
            <a:xfrm>
              <a:off x="4000786" y="3669712"/>
              <a:ext cx="737572" cy="105403"/>
            </a:xfrm>
            <a:prstGeom prst="rect">
              <a:avLst/>
            </a:prstGeom>
            <a:noFill/>
          </p:spPr>
          <p:txBody>
            <a:bodyPr vert="horz" wrap="square" lIns="0" tIns="0" rIns="0" bIns="0" rtlCol="0" anchor="ctr" anchorCtr="0">
              <a:spAutoFit/>
            </a:bodyPr>
            <a:lstStyle/>
            <a:p>
              <a:r>
                <a:rPr lang="en-US" sz="1200" spc="-8" smtClean="0">
                  <a:solidFill>
                    <a:schemeClr val="bg1"/>
                  </a:solidFill>
                  <a:latin typeface="Calibri" panose="020F0502020204030204" pitchFamily="34" charset="0"/>
                </a:rPr>
                <a:t>5/14/2014</a:t>
              </a:r>
              <a:endParaRPr lang="en-US" sz="1200" spc="-8">
                <a:solidFill>
                  <a:schemeClr val="bg1"/>
                </a:solidFill>
                <a:latin typeface="Calibri" panose="020F0502020204030204" pitchFamily="34" charset="0"/>
              </a:endParaRPr>
            </a:p>
          </p:txBody>
        </p:sp>
        <p:sp>
          <p:nvSpPr>
            <p:cNvPr id="90" name="OTLSHAPE_M_17032b51fe414a43a34a77306a01cbf4_Shape"/>
            <p:cNvSpPr/>
            <p:nvPr>
              <p:custDataLst>
                <p:tags r:id="rId44"/>
              </p:custDataLst>
            </p:nvPr>
          </p:nvSpPr>
          <p:spPr>
            <a:xfrm rot="16200000">
              <a:off x="3803936" y="3791331"/>
              <a:ext cx="165100" cy="165100"/>
            </a:xfrm>
            <a:prstGeom prst="flowChartMerge">
              <a:avLst/>
            </a:prstGeom>
            <a:solidFill>
              <a:schemeClr val="dk1"/>
            </a:solidFill>
            <a:ln w="12700" cap="flat" cmpd="sng" algn="ctr">
              <a:noFill/>
              <a:prstDash val="solid"/>
              <a:miter lim="800000"/>
            </a:ln>
            <a:effectLst>
              <a:outerShdw>
                <a:scrgbClr r="0" g="0" b="0">
                  <a:alpha val="50000"/>
                </a:sc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bg1"/>
                </a:solidFill>
              </a:endParaRPr>
            </a:p>
          </p:txBody>
        </p:sp>
        <p:sp>
          <p:nvSpPr>
            <p:cNvPr id="91" name="OTLSHAPE_M_cd2f38a4139844498ae8f0154af48a38_Title"/>
            <p:cNvSpPr txBox="1"/>
            <p:nvPr>
              <p:custDataLst>
                <p:tags r:id="rId45"/>
              </p:custDataLst>
            </p:nvPr>
          </p:nvSpPr>
          <p:spPr>
            <a:xfrm>
              <a:off x="5143852" y="3772338"/>
              <a:ext cx="800100" cy="421612"/>
            </a:xfrm>
            <a:prstGeom prst="rect">
              <a:avLst/>
            </a:prstGeom>
            <a:noFill/>
          </p:spPr>
          <p:txBody>
            <a:bodyPr vert="horz" wrap="square" lIns="0" tIns="0" rIns="0" bIns="0" rtlCol="0" anchor="ctr" anchorCtr="0">
              <a:spAutoFit/>
            </a:bodyPr>
            <a:lstStyle/>
            <a:p>
              <a:r>
                <a:rPr lang="en-US" sz="1600" b="1" spc="-4" smtClean="0">
                  <a:solidFill>
                    <a:schemeClr val="bg1"/>
                  </a:solidFill>
                  <a:latin typeface="Calibri" panose="020F0502020204030204" pitchFamily="34" charset="0"/>
                </a:rPr>
                <a:t>Visual Studio </a:t>
              </a:r>
              <a:br>
                <a:rPr lang="en-US" sz="1600" b="1" spc="-4" smtClean="0">
                  <a:solidFill>
                    <a:schemeClr val="bg1"/>
                  </a:solidFill>
                  <a:latin typeface="Calibri" panose="020F0502020204030204" pitchFamily="34" charset="0"/>
                </a:rPr>
              </a:br>
              <a:r>
                <a:rPr lang="en-US" sz="1600" b="1" spc="-4" smtClean="0">
                  <a:solidFill>
                    <a:schemeClr val="bg1"/>
                  </a:solidFill>
                  <a:latin typeface="Calibri" panose="020F0502020204030204" pitchFamily="34" charset="0"/>
                </a:rPr>
                <a:t>2013.3</a:t>
              </a:r>
              <a:endParaRPr lang="en-US" sz="1600" b="1" spc="-4">
                <a:solidFill>
                  <a:schemeClr val="bg1"/>
                </a:solidFill>
                <a:latin typeface="Calibri" panose="020F0502020204030204" pitchFamily="34" charset="0"/>
              </a:endParaRPr>
            </a:p>
          </p:txBody>
        </p:sp>
        <p:sp>
          <p:nvSpPr>
            <p:cNvPr id="92" name="OTLSHAPE_M_cd2f38a4139844498ae8f0154af48a38_Date"/>
            <p:cNvSpPr txBox="1"/>
            <p:nvPr>
              <p:custDataLst>
                <p:tags r:id="rId46"/>
              </p:custDataLst>
            </p:nvPr>
          </p:nvSpPr>
          <p:spPr>
            <a:xfrm>
              <a:off x="5143851" y="3669712"/>
              <a:ext cx="831850" cy="105403"/>
            </a:xfrm>
            <a:prstGeom prst="rect">
              <a:avLst/>
            </a:prstGeom>
            <a:noFill/>
          </p:spPr>
          <p:txBody>
            <a:bodyPr vert="horz" wrap="square" lIns="0" tIns="0" rIns="0" bIns="0" rtlCol="0" anchor="ctr" anchorCtr="0">
              <a:spAutoFit/>
            </a:bodyPr>
            <a:lstStyle/>
            <a:p>
              <a:r>
                <a:rPr lang="en-US" sz="1200" spc="-8" dirty="0" smtClean="0">
                  <a:solidFill>
                    <a:schemeClr val="bg1"/>
                  </a:solidFill>
                  <a:latin typeface="Calibri" panose="020F0502020204030204" pitchFamily="34" charset="0"/>
                </a:rPr>
                <a:t>8/13/2014</a:t>
              </a:r>
              <a:endParaRPr lang="en-US" sz="1200" spc="-8" dirty="0">
                <a:solidFill>
                  <a:schemeClr val="bg1"/>
                </a:solidFill>
                <a:latin typeface="Calibri" panose="020F0502020204030204" pitchFamily="34" charset="0"/>
              </a:endParaRPr>
            </a:p>
          </p:txBody>
        </p:sp>
        <p:sp>
          <p:nvSpPr>
            <p:cNvPr id="93" name="OTLSHAPE_M_cd2f38a4139844498ae8f0154af48a38_Shape"/>
            <p:cNvSpPr/>
            <p:nvPr>
              <p:custDataLst>
                <p:tags r:id="rId47"/>
              </p:custDataLst>
            </p:nvPr>
          </p:nvSpPr>
          <p:spPr>
            <a:xfrm rot="16200000">
              <a:off x="4947002" y="3791331"/>
              <a:ext cx="165100" cy="165100"/>
            </a:xfrm>
            <a:prstGeom prst="flowChartMerge">
              <a:avLst/>
            </a:prstGeom>
            <a:solidFill>
              <a:schemeClr val="dk1"/>
            </a:solidFill>
            <a:ln w="12700" cap="flat" cmpd="sng" algn="ctr">
              <a:noFill/>
              <a:prstDash val="solid"/>
              <a:miter lim="800000"/>
            </a:ln>
            <a:effectLst>
              <a:outerShdw>
                <a:scrgbClr r="0" g="0" b="0">
                  <a:alpha val="50000"/>
                </a:sc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bg1"/>
                </a:solidFill>
              </a:endParaRPr>
            </a:p>
          </p:txBody>
        </p:sp>
        <p:sp>
          <p:nvSpPr>
            <p:cNvPr id="94" name="OTLSHAPE_M_0672512b752a42deab1fd7fdab496991_Title"/>
            <p:cNvSpPr txBox="1"/>
            <p:nvPr>
              <p:custDataLst>
                <p:tags r:id="rId48"/>
              </p:custDataLst>
            </p:nvPr>
          </p:nvSpPr>
          <p:spPr>
            <a:xfrm>
              <a:off x="6374845" y="3772338"/>
              <a:ext cx="800100" cy="421612"/>
            </a:xfrm>
            <a:prstGeom prst="rect">
              <a:avLst/>
            </a:prstGeom>
            <a:noFill/>
          </p:spPr>
          <p:txBody>
            <a:bodyPr vert="horz" wrap="square" lIns="0" tIns="0" rIns="0" bIns="0" rtlCol="0" anchor="ctr" anchorCtr="0">
              <a:spAutoFit/>
            </a:bodyPr>
            <a:lstStyle/>
            <a:p>
              <a:r>
                <a:rPr lang="en-US" sz="1600" b="1" spc="-4" dirty="0" smtClean="0">
                  <a:solidFill>
                    <a:schemeClr val="bg1"/>
                  </a:solidFill>
                  <a:latin typeface="Calibri" panose="020F0502020204030204" pitchFamily="34" charset="0"/>
                </a:rPr>
                <a:t>Visual Studio </a:t>
              </a:r>
              <a:br>
                <a:rPr lang="en-US" sz="1600" b="1" spc="-4" dirty="0" smtClean="0">
                  <a:solidFill>
                    <a:schemeClr val="bg1"/>
                  </a:solidFill>
                  <a:latin typeface="Calibri" panose="020F0502020204030204" pitchFamily="34" charset="0"/>
                </a:rPr>
              </a:br>
              <a:r>
                <a:rPr lang="en-US" sz="1600" b="1" spc="-4" dirty="0" smtClean="0">
                  <a:solidFill>
                    <a:schemeClr val="bg1"/>
                  </a:solidFill>
                  <a:latin typeface="Calibri" panose="020F0502020204030204" pitchFamily="34" charset="0"/>
                </a:rPr>
                <a:t>2013.4</a:t>
              </a:r>
              <a:endParaRPr lang="en-US" sz="1600" b="1" spc="-4" dirty="0">
                <a:solidFill>
                  <a:schemeClr val="bg1"/>
                </a:solidFill>
                <a:latin typeface="Calibri" panose="020F0502020204030204" pitchFamily="34" charset="0"/>
              </a:endParaRPr>
            </a:p>
          </p:txBody>
        </p:sp>
        <p:sp>
          <p:nvSpPr>
            <p:cNvPr id="95" name="OTLSHAPE_M_0672512b752a42deab1fd7fdab496991_Date"/>
            <p:cNvSpPr txBox="1"/>
            <p:nvPr>
              <p:custDataLst>
                <p:tags r:id="rId49"/>
              </p:custDataLst>
            </p:nvPr>
          </p:nvSpPr>
          <p:spPr>
            <a:xfrm>
              <a:off x="6374845" y="3669712"/>
              <a:ext cx="831849" cy="105403"/>
            </a:xfrm>
            <a:prstGeom prst="rect">
              <a:avLst/>
            </a:prstGeom>
            <a:noFill/>
          </p:spPr>
          <p:txBody>
            <a:bodyPr vert="horz" wrap="square" lIns="0" tIns="0" rIns="0" bIns="0" rtlCol="0" anchor="ctr" anchorCtr="0">
              <a:spAutoFit/>
            </a:bodyPr>
            <a:lstStyle/>
            <a:p>
              <a:r>
                <a:rPr lang="en-US" sz="1200" spc="-8" dirty="0" smtClean="0">
                  <a:solidFill>
                    <a:schemeClr val="bg1"/>
                  </a:solidFill>
                  <a:latin typeface="Calibri" panose="020F0502020204030204" pitchFamily="34" charset="0"/>
                </a:rPr>
                <a:t>11/19/2014</a:t>
              </a:r>
              <a:endParaRPr lang="en-US" sz="1200" spc="-8" dirty="0">
                <a:solidFill>
                  <a:schemeClr val="bg1"/>
                </a:solidFill>
                <a:latin typeface="Calibri" panose="020F0502020204030204" pitchFamily="34" charset="0"/>
              </a:endParaRPr>
            </a:p>
          </p:txBody>
        </p:sp>
        <p:sp>
          <p:nvSpPr>
            <p:cNvPr id="96" name="OTLSHAPE_M_0672512b752a42deab1fd7fdab496991_Shape"/>
            <p:cNvSpPr/>
            <p:nvPr>
              <p:custDataLst>
                <p:tags r:id="rId50"/>
              </p:custDataLst>
            </p:nvPr>
          </p:nvSpPr>
          <p:spPr>
            <a:xfrm rot="16200000">
              <a:off x="6177995" y="3791331"/>
              <a:ext cx="165100" cy="165100"/>
            </a:xfrm>
            <a:prstGeom prst="flowChartMerge">
              <a:avLst/>
            </a:prstGeom>
            <a:solidFill>
              <a:schemeClr val="dk1"/>
            </a:solidFill>
            <a:ln w="12700" cap="flat" cmpd="sng" algn="ctr">
              <a:noFill/>
              <a:prstDash val="solid"/>
              <a:miter lim="800000"/>
            </a:ln>
            <a:effectLst>
              <a:outerShdw>
                <a:scrgbClr r="0" g="0" b="0">
                  <a:alpha val="50000"/>
                </a:sc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bg1"/>
                </a:solidFill>
              </a:endParaRPr>
            </a:p>
          </p:txBody>
        </p:sp>
        <p:sp>
          <p:nvSpPr>
            <p:cNvPr id="97" name="OTLSHAPE_M_f3c7ef0c71c34374b241ef939b0bbeb5_Title"/>
            <p:cNvSpPr txBox="1"/>
            <p:nvPr>
              <p:custDataLst>
                <p:tags r:id="rId51"/>
              </p:custDataLst>
            </p:nvPr>
          </p:nvSpPr>
          <p:spPr>
            <a:xfrm>
              <a:off x="9364400" y="3772338"/>
              <a:ext cx="825500" cy="421612"/>
            </a:xfrm>
            <a:prstGeom prst="rect">
              <a:avLst/>
            </a:prstGeom>
            <a:noFill/>
          </p:spPr>
          <p:txBody>
            <a:bodyPr vert="horz" wrap="square" lIns="0" tIns="0" rIns="0" bIns="0" rtlCol="0" anchor="ctr" anchorCtr="0">
              <a:spAutoFit/>
            </a:bodyPr>
            <a:lstStyle/>
            <a:p>
              <a:r>
                <a:rPr lang="en-US" sz="1600" b="1" spc="-4" smtClean="0">
                  <a:solidFill>
                    <a:schemeClr val="bg1"/>
                  </a:solidFill>
                  <a:latin typeface="Calibri" panose="020F0502020204030204" pitchFamily="34" charset="0"/>
                </a:rPr>
                <a:t>Visual Studio  </a:t>
              </a:r>
              <a:br>
                <a:rPr lang="en-US" sz="1600" b="1" spc="-4" smtClean="0">
                  <a:solidFill>
                    <a:schemeClr val="bg1"/>
                  </a:solidFill>
                  <a:latin typeface="Calibri" panose="020F0502020204030204" pitchFamily="34" charset="0"/>
                </a:rPr>
              </a:br>
              <a:r>
                <a:rPr lang="en-US" sz="1600" b="1" spc="-4" smtClean="0">
                  <a:solidFill>
                    <a:schemeClr val="bg1"/>
                  </a:solidFill>
                  <a:latin typeface="Calibri" panose="020F0502020204030204" pitchFamily="34" charset="0"/>
                </a:rPr>
                <a:t>2013.5</a:t>
              </a:r>
              <a:endParaRPr lang="en-US" sz="1600" b="1" spc="-4">
                <a:solidFill>
                  <a:schemeClr val="bg1"/>
                </a:solidFill>
                <a:latin typeface="Calibri" panose="020F0502020204030204" pitchFamily="34" charset="0"/>
              </a:endParaRPr>
            </a:p>
          </p:txBody>
        </p:sp>
        <p:sp>
          <p:nvSpPr>
            <p:cNvPr id="98" name="OTLSHAPE_M_f3c7ef0c71c34374b241ef939b0bbeb5_Date"/>
            <p:cNvSpPr txBox="1"/>
            <p:nvPr>
              <p:custDataLst>
                <p:tags r:id="rId52"/>
              </p:custDataLst>
            </p:nvPr>
          </p:nvSpPr>
          <p:spPr>
            <a:xfrm>
              <a:off x="9364399" y="3669712"/>
              <a:ext cx="738607" cy="105403"/>
            </a:xfrm>
            <a:prstGeom prst="rect">
              <a:avLst/>
            </a:prstGeom>
            <a:noFill/>
          </p:spPr>
          <p:txBody>
            <a:bodyPr vert="horz" wrap="square" lIns="0" tIns="0" rIns="0" bIns="0" rtlCol="0" anchor="ctr" anchorCtr="0">
              <a:spAutoFit/>
            </a:bodyPr>
            <a:lstStyle/>
            <a:p>
              <a:r>
                <a:rPr lang="en-US" sz="1200" spc="-8" dirty="0" smtClean="0">
                  <a:solidFill>
                    <a:schemeClr val="bg1"/>
                  </a:solidFill>
                  <a:latin typeface="Calibri" panose="020F0502020204030204" pitchFamily="34" charset="0"/>
                </a:rPr>
                <a:t>7/15/2015</a:t>
              </a:r>
              <a:endParaRPr lang="en-US" sz="1200" spc="-8" dirty="0">
                <a:solidFill>
                  <a:schemeClr val="bg1"/>
                </a:solidFill>
                <a:latin typeface="Calibri" panose="020F0502020204030204" pitchFamily="34" charset="0"/>
              </a:endParaRPr>
            </a:p>
          </p:txBody>
        </p:sp>
        <p:sp>
          <p:nvSpPr>
            <p:cNvPr id="99" name="OTLSHAPE_M_f3c7ef0c71c34374b241ef939b0bbeb5_Shape"/>
            <p:cNvSpPr/>
            <p:nvPr>
              <p:custDataLst>
                <p:tags r:id="rId53"/>
              </p:custDataLst>
            </p:nvPr>
          </p:nvSpPr>
          <p:spPr>
            <a:xfrm rot="16200000">
              <a:off x="9167550" y="3791331"/>
              <a:ext cx="165100" cy="165100"/>
            </a:xfrm>
            <a:prstGeom prst="flowChartMerge">
              <a:avLst/>
            </a:prstGeom>
            <a:solidFill>
              <a:schemeClr val="dk1"/>
            </a:solidFill>
            <a:ln w="12700" cap="flat" cmpd="sng" algn="ctr">
              <a:noFill/>
              <a:prstDash val="solid"/>
              <a:miter lim="800000"/>
            </a:ln>
            <a:effectLst>
              <a:outerShdw>
                <a:scrgbClr r="0" g="0" b="0">
                  <a:alpha val="50000"/>
                </a:sc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bg1"/>
                </a:solidFill>
              </a:endParaRPr>
            </a:p>
          </p:txBody>
        </p:sp>
      </p:grpSp>
    </p:spTree>
    <p:custDataLst>
      <p:tags r:id="rId1"/>
    </p:custDataLst>
    <p:extLst>
      <p:ext uri="{BB962C8B-B14F-4D97-AF65-F5344CB8AC3E}">
        <p14:creationId xmlns:p14="http://schemas.microsoft.com/office/powerpoint/2010/main" val="4174576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8542" y="751746"/>
            <a:ext cx="6007007" cy="5379178"/>
          </a:xfrm>
        </p:spPr>
        <p:txBody>
          <a:bodyPr>
            <a:noAutofit/>
          </a:bodyPr>
          <a:lstStyle/>
          <a:p>
            <a:pPr algn="l"/>
            <a:r>
              <a:rPr lang="en-US" sz="7200" dirty="0" smtClean="0"/>
              <a:t>ASP.NET 4.6 and ASP.NET MVC 5 </a:t>
            </a:r>
            <a:br>
              <a:rPr lang="en-US" sz="7200" dirty="0" smtClean="0"/>
            </a:br>
            <a:r>
              <a:rPr lang="en-US" sz="7200" dirty="0" smtClean="0"/>
              <a:t/>
            </a:r>
            <a:br>
              <a:rPr lang="en-US" sz="7200" dirty="0" smtClean="0"/>
            </a:br>
            <a:r>
              <a:rPr lang="en-US" sz="7200" dirty="0" smtClean="0"/>
              <a:t>Recent Updates</a:t>
            </a:r>
            <a:endParaRPr lang="en-US" sz="7200"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55951" y="1882267"/>
            <a:ext cx="6336049" cy="4975733"/>
          </a:xfrm>
          <a:prstGeom prst="rect">
            <a:avLst/>
          </a:prstGeom>
        </p:spPr>
      </p:pic>
    </p:spTree>
    <p:extLst>
      <p:ext uri="{BB962C8B-B14F-4D97-AF65-F5344CB8AC3E}">
        <p14:creationId xmlns:p14="http://schemas.microsoft.com/office/powerpoint/2010/main" val="17605819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t>ASP.NET Updates</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146796218"/>
              </p:ext>
            </p:extLst>
          </p:nvPr>
        </p:nvGraphicFramePr>
        <p:xfrm>
          <a:off x="560798" y="2111604"/>
          <a:ext cx="11240341" cy="39809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p:cNvSpPr>
            <a:spLocks noGrp="1"/>
          </p:cNvSpPr>
          <p:nvPr>
            <p:ph type="sldNum" sz="quarter" idx="12"/>
          </p:nvPr>
        </p:nvSpPr>
        <p:spPr/>
        <p:txBody>
          <a:bodyPr/>
          <a:lstStyle/>
          <a:p>
            <a:fld id="{0A164282-434E-41D4-9582-783D542A7B68}" type="slidenum">
              <a:rPr lang="en-US" smtClean="0"/>
              <a:t>7</a:t>
            </a:fld>
            <a:endParaRPr lang="en-US"/>
          </a:p>
        </p:txBody>
      </p:sp>
      <p:sp>
        <p:nvSpPr>
          <p:cNvPr id="5" name="Text Placeholder 4"/>
          <p:cNvSpPr>
            <a:spLocks noGrp="1"/>
          </p:cNvSpPr>
          <p:nvPr>
            <p:ph type="body" sz="quarter" idx="13"/>
          </p:nvPr>
        </p:nvSpPr>
        <p:spPr/>
        <p:txBody>
          <a:bodyPr/>
          <a:lstStyle/>
          <a:p>
            <a:r>
              <a:rPr lang="en-US" dirty="0" smtClean="0"/>
              <a:t>Top Features in ASP.NET 4.5 and up</a:t>
            </a:r>
            <a:endParaRPr lang="en-US" dirty="0"/>
          </a:p>
        </p:txBody>
      </p:sp>
    </p:spTree>
    <p:extLst>
      <p:ext uri="{BB962C8B-B14F-4D97-AF65-F5344CB8AC3E}">
        <p14:creationId xmlns:p14="http://schemas.microsoft.com/office/powerpoint/2010/main" val="673421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338" y="170313"/>
            <a:ext cx="11079822" cy="770466"/>
          </a:xfrm>
        </p:spPr>
        <p:txBody>
          <a:bodyPr>
            <a:normAutofit fontScale="90000"/>
          </a:bodyPr>
          <a:lstStyle/>
          <a:p>
            <a:r>
              <a:rPr lang="en-US" dirty="0" smtClean="0"/>
              <a:t>One ASP.NET</a:t>
            </a:r>
            <a:endParaRPr lang="en-US" dirty="0"/>
          </a:p>
        </p:txBody>
      </p:sp>
      <p:sp>
        <p:nvSpPr>
          <p:cNvPr id="34" name="Rectangle 33"/>
          <p:cNvSpPr/>
          <p:nvPr/>
        </p:nvSpPr>
        <p:spPr bwMode="gray">
          <a:xfrm>
            <a:off x="2073724" y="4891425"/>
            <a:ext cx="8154709" cy="1466556"/>
          </a:xfrm>
          <a:prstGeom prst="rect">
            <a:avLst/>
          </a:prstGeom>
          <a:solidFill>
            <a:srgbClr val="1D438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5399"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ASP.NET</a:t>
            </a:r>
            <a:endParaRPr lang="en-US" sz="5399"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36" name="Rectangle 35"/>
          <p:cNvSpPr/>
          <p:nvPr/>
        </p:nvSpPr>
        <p:spPr bwMode="gray">
          <a:xfrm>
            <a:off x="2073725"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Web</a:t>
            </a:r>
          </a:p>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Forms</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37" name="Rectangle 36"/>
          <p:cNvSpPr/>
          <p:nvPr/>
        </p:nvSpPr>
        <p:spPr bwMode="gray">
          <a:xfrm>
            <a:off x="2073725" y="1702496"/>
            <a:ext cx="5401251" cy="1528146"/>
          </a:xfrm>
          <a:prstGeom prst="rect">
            <a:avLst/>
          </a:prstGeom>
          <a:solidFill>
            <a:srgbClr val="46B4B2"/>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5399"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Sites</a:t>
            </a:r>
            <a:endParaRPr lang="en-US" sz="5399"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38" name="Rectangle 37"/>
          <p:cNvSpPr/>
          <p:nvPr/>
        </p:nvSpPr>
        <p:spPr bwMode="gray">
          <a:xfrm>
            <a:off x="3450453"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Web</a:t>
            </a:r>
          </a:p>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Pages</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39" name="Rectangle 38"/>
          <p:cNvSpPr/>
          <p:nvPr/>
        </p:nvSpPr>
        <p:spPr bwMode="gray">
          <a:xfrm>
            <a:off x="4827181"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Single</a:t>
            </a:r>
          </a:p>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Page</a:t>
            </a:r>
          </a:p>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Apps</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40" name="Rectangle 39"/>
          <p:cNvSpPr/>
          <p:nvPr/>
        </p:nvSpPr>
        <p:spPr bwMode="gray">
          <a:xfrm>
            <a:off x="6203908"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MVC</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41" name="Rectangle 40"/>
          <p:cNvSpPr/>
          <p:nvPr/>
        </p:nvSpPr>
        <p:spPr bwMode="gray">
          <a:xfrm>
            <a:off x="7580636"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Web</a:t>
            </a:r>
          </a:p>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API</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42" name="Rectangle 41"/>
          <p:cNvSpPr/>
          <p:nvPr/>
        </p:nvSpPr>
        <p:spPr bwMode="gray">
          <a:xfrm>
            <a:off x="8957366"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err="1">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SignalR</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43" name="Rectangle 42"/>
          <p:cNvSpPr/>
          <p:nvPr/>
        </p:nvSpPr>
        <p:spPr bwMode="gray">
          <a:xfrm>
            <a:off x="7580635" y="1702497"/>
            <a:ext cx="2647799" cy="1528146"/>
          </a:xfrm>
          <a:prstGeom prst="rect">
            <a:avLst/>
          </a:prstGeom>
          <a:solidFill>
            <a:srgbClr val="46B4B2"/>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5399"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Services</a:t>
            </a:r>
            <a:endParaRPr lang="en-US" sz="5399"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13" name="Title 1"/>
          <p:cNvSpPr txBox="1">
            <a:spLocks/>
          </p:cNvSpPr>
          <p:nvPr/>
        </p:nvSpPr>
        <p:spPr>
          <a:xfrm>
            <a:off x="558338" y="878267"/>
            <a:ext cx="11079822" cy="42299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5400" kern="1200">
                <a:solidFill>
                  <a:schemeClr val="bg1"/>
                </a:solidFill>
                <a:latin typeface="+mj-lt"/>
                <a:ea typeface="+mj-ea"/>
                <a:cs typeface="+mj-cs"/>
              </a:defRPr>
            </a:lvl1pPr>
          </a:lstStyle>
          <a:p>
            <a:r>
              <a:rPr lang="en-US" sz="2800" dirty="0" smtClean="0"/>
              <a:t>Released with Visual Studio 2013</a:t>
            </a:r>
            <a:endParaRPr lang="en-US" sz="2800" dirty="0"/>
          </a:p>
        </p:txBody>
      </p:sp>
    </p:spTree>
    <p:extLst>
      <p:ext uri="{BB962C8B-B14F-4D97-AF65-F5344CB8AC3E}">
        <p14:creationId xmlns:p14="http://schemas.microsoft.com/office/powerpoint/2010/main" val="309173307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ASP.NET</a:t>
            </a:r>
            <a:endParaRPr lang="en-US" dirty="0"/>
          </a:p>
        </p:txBody>
      </p:sp>
      <p:sp>
        <p:nvSpPr>
          <p:cNvPr id="34" name="Rectangle 33"/>
          <p:cNvSpPr/>
          <p:nvPr/>
        </p:nvSpPr>
        <p:spPr bwMode="gray">
          <a:xfrm>
            <a:off x="2073724" y="4891425"/>
            <a:ext cx="8154709" cy="1466556"/>
          </a:xfrm>
          <a:prstGeom prst="rect">
            <a:avLst/>
          </a:prstGeom>
          <a:solidFill>
            <a:srgbClr val="1D438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5399"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ASP.NET</a:t>
            </a:r>
            <a:endParaRPr lang="en-US" sz="5399"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36" name="Rectangle 35"/>
          <p:cNvSpPr/>
          <p:nvPr/>
        </p:nvSpPr>
        <p:spPr bwMode="gray">
          <a:xfrm>
            <a:off x="2073725"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Web</a:t>
            </a:r>
          </a:p>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Forms</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37" name="Rectangle 36"/>
          <p:cNvSpPr/>
          <p:nvPr/>
        </p:nvSpPr>
        <p:spPr bwMode="gray">
          <a:xfrm>
            <a:off x="2073725" y="1702496"/>
            <a:ext cx="5401251" cy="1528146"/>
          </a:xfrm>
          <a:prstGeom prst="rect">
            <a:avLst/>
          </a:prstGeom>
          <a:solidFill>
            <a:srgbClr val="46B4B2"/>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5399"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Sites</a:t>
            </a:r>
            <a:endParaRPr lang="en-US" sz="5399"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38" name="Rectangle 37"/>
          <p:cNvSpPr/>
          <p:nvPr/>
        </p:nvSpPr>
        <p:spPr bwMode="gray">
          <a:xfrm>
            <a:off x="3450453"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Web</a:t>
            </a:r>
          </a:p>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Pages</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39" name="Rectangle 38"/>
          <p:cNvSpPr/>
          <p:nvPr/>
        </p:nvSpPr>
        <p:spPr bwMode="gray">
          <a:xfrm>
            <a:off x="4827181"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Single</a:t>
            </a:r>
          </a:p>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Page</a:t>
            </a:r>
          </a:p>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Apps</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40" name="Rectangle 39"/>
          <p:cNvSpPr/>
          <p:nvPr/>
        </p:nvSpPr>
        <p:spPr bwMode="gray">
          <a:xfrm>
            <a:off x="6203908"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MVC</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41" name="Rectangle 40"/>
          <p:cNvSpPr/>
          <p:nvPr/>
        </p:nvSpPr>
        <p:spPr bwMode="gray">
          <a:xfrm>
            <a:off x="7580636"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Web</a:t>
            </a:r>
          </a:p>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API</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42" name="Rectangle 41"/>
          <p:cNvSpPr/>
          <p:nvPr/>
        </p:nvSpPr>
        <p:spPr bwMode="gray">
          <a:xfrm>
            <a:off x="8957366"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err="1">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SignalR</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43" name="Rectangle 42"/>
          <p:cNvSpPr/>
          <p:nvPr/>
        </p:nvSpPr>
        <p:spPr bwMode="gray">
          <a:xfrm>
            <a:off x="7580635" y="1702497"/>
            <a:ext cx="2647799" cy="1528146"/>
          </a:xfrm>
          <a:prstGeom prst="rect">
            <a:avLst/>
          </a:prstGeom>
          <a:solidFill>
            <a:srgbClr val="46B4B2"/>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5399"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Services</a:t>
            </a:r>
            <a:endParaRPr lang="en-US" sz="5399"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12" name="Rectangle 11"/>
          <p:cNvSpPr/>
          <p:nvPr/>
        </p:nvSpPr>
        <p:spPr bwMode="gray">
          <a:xfrm>
            <a:off x="696996" y="3338166"/>
            <a:ext cx="1271068" cy="1445732"/>
          </a:xfrm>
          <a:prstGeom prst="rect">
            <a:avLst/>
          </a:prstGeom>
          <a:solidFill>
            <a:srgbClr val="E9862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3921"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YOU!</a:t>
            </a:r>
            <a:endParaRPr lang="en-US" sz="392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13" name="Rectangle 12"/>
          <p:cNvSpPr/>
          <p:nvPr/>
        </p:nvSpPr>
        <p:spPr bwMode="gray">
          <a:xfrm>
            <a:off x="10334096" y="3338166"/>
            <a:ext cx="1271068" cy="1445732"/>
          </a:xfrm>
          <a:prstGeom prst="rect">
            <a:avLst/>
          </a:prstGeom>
          <a:solidFill>
            <a:srgbClr val="E9862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3921"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YOU!</a:t>
            </a:r>
          </a:p>
        </p:txBody>
      </p:sp>
    </p:spTree>
    <p:extLst>
      <p:ext uri="{BB962C8B-B14F-4D97-AF65-F5344CB8AC3E}">
        <p14:creationId xmlns:p14="http://schemas.microsoft.com/office/powerpoint/2010/main" val="12368664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ASP.NET</a:t>
            </a:r>
            <a:endParaRPr lang="en-US" dirty="0"/>
          </a:p>
        </p:txBody>
      </p:sp>
      <p:sp>
        <p:nvSpPr>
          <p:cNvPr id="34" name="Rectangle 33"/>
          <p:cNvSpPr/>
          <p:nvPr/>
        </p:nvSpPr>
        <p:spPr bwMode="gray">
          <a:xfrm>
            <a:off x="696996" y="4891425"/>
            <a:ext cx="10908168" cy="1466556"/>
          </a:xfrm>
          <a:prstGeom prst="rect">
            <a:avLst/>
          </a:prstGeom>
          <a:solidFill>
            <a:srgbClr val="1D438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5399"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ASP.NET</a:t>
            </a:r>
            <a:endParaRPr lang="en-US" sz="5399"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36" name="Rectangle 35"/>
          <p:cNvSpPr/>
          <p:nvPr/>
        </p:nvSpPr>
        <p:spPr bwMode="gray">
          <a:xfrm>
            <a:off x="2073725"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Web</a:t>
            </a:r>
          </a:p>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Forms</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37" name="Rectangle 36"/>
          <p:cNvSpPr/>
          <p:nvPr/>
        </p:nvSpPr>
        <p:spPr bwMode="gray">
          <a:xfrm>
            <a:off x="696995" y="1702496"/>
            <a:ext cx="6777981" cy="1528146"/>
          </a:xfrm>
          <a:prstGeom prst="rect">
            <a:avLst/>
          </a:prstGeom>
          <a:solidFill>
            <a:srgbClr val="46B4B2"/>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5399"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Sites</a:t>
            </a:r>
            <a:endParaRPr lang="en-US" sz="5399"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38" name="Rectangle 37"/>
          <p:cNvSpPr/>
          <p:nvPr/>
        </p:nvSpPr>
        <p:spPr bwMode="gray">
          <a:xfrm>
            <a:off x="3450453"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Web</a:t>
            </a:r>
          </a:p>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Pages</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39" name="Rectangle 38"/>
          <p:cNvSpPr/>
          <p:nvPr/>
        </p:nvSpPr>
        <p:spPr bwMode="gray">
          <a:xfrm>
            <a:off x="4827181"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Single</a:t>
            </a:r>
          </a:p>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Page</a:t>
            </a:r>
          </a:p>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Apps</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40" name="Rectangle 39"/>
          <p:cNvSpPr/>
          <p:nvPr/>
        </p:nvSpPr>
        <p:spPr bwMode="gray">
          <a:xfrm>
            <a:off x="6203908"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MVC</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41" name="Rectangle 40"/>
          <p:cNvSpPr/>
          <p:nvPr/>
        </p:nvSpPr>
        <p:spPr bwMode="gray">
          <a:xfrm>
            <a:off x="7580636"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Web</a:t>
            </a:r>
          </a:p>
          <a:p>
            <a:pPr algn="ctr" defTabSz="913886" fontAlgn="base">
              <a:spcBef>
                <a:spcPct val="0"/>
              </a:spcBef>
              <a:spcAft>
                <a:spcPct val="0"/>
              </a:spcAft>
              <a:defRPr/>
            </a:pPr>
            <a:r>
              <a:rPr lang="en-US" sz="2800"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API</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42" name="Rectangle 41"/>
          <p:cNvSpPr/>
          <p:nvPr/>
        </p:nvSpPr>
        <p:spPr bwMode="gray">
          <a:xfrm>
            <a:off x="8957366" y="3338166"/>
            <a:ext cx="1271068" cy="1445732"/>
          </a:xfrm>
          <a:prstGeom prst="rect">
            <a:avLst/>
          </a:prstGeom>
          <a:solidFill>
            <a:srgbClr val="80B94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2800" b="1" kern="0" spc="-51" dirty="0" err="1">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SignalR</a:t>
            </a:r>
            <a:endParaRPr lang="en-US" sz="2800"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43" name="Rectangle 42"/>
          <p:cNvSpPr/>
          <p:nvPr/>
        </p:nvSpPr>
        <p:spPr bwMode="gray">
          <a:xfrm>
            <a:off x="7580635" y="1702497"/>
            <a:ext cx="4024527" cy="1528146"/>
          </a:xfrm>
          <a:prstGeom prst="rect">
            <a:avLst/>
          </a:prstGeom>
          <a:solidFill>
            <a:srgbClr val="46B4B2"/>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5399"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Services</a:t>
            </a:r>
            <a:endParaRPr lang="en-US" sz="5399"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12" name="Rectangle 11"/>
          <p:cNvSpPr/>
          <p:nvPr/>
        </p:nvSpPr>
        <p:spPr bwMode="gray">
          <a:xfrm>
            <a:off x="696996" y="3338166"/>
            <a:ext cx="1271068" cy="1445732"/>
          </a:xfrm>
          <a:prstGeom prst="rect">
            <a:avLst/>
          </a:prstGeom>
          <a:solidFill>
            <a:srgbClr val="E9862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3921"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YOU!</a:t>
            </a:r>
            <a:endParaRPr lang="en-US" sz="392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endParaRPr>
          </a:p>
        </p:txBody>
      </p:sp>
      <p:sp>
        <p:nvSpPr>
          <p:cNvPr id="13" name="Rectangle 12"/>
          <p:cNvSpPr/>
          <p:nvPr/>
        </p:nvSpPr>
        <p:spPr bwMode="gray">
          <a:xfrm>
            <a:off x="10334096" y="3338166"/>
            <a:ext cx="1271068" cy="1445732"/>
          </a:xfrm>
          <a:prstGeom prst="rect">
            <a:avLst/>
          </a:prstGeom>
          <a:solidFill>
            <a:srgbClr val="E98620"/>
          </a:solidFill>
          <a:ln w="9525" cap="flat" cmpd="sng" algn="ctr">
            <a:noFill/>
            <a:prstDash val="solid"/>
            <a:headEnd type="none" w="med" len="med"/>
            <a:tailEnd type="none" w="med" len="med"/>
          </a:ln>
          <a:effectLst/>
        </p:spPr>
        <p:txBody>
          <a:bodyPr rot="0" spcFirstLastPara="0" vertOverflow="overflow" horzOverflow="overflow" vert="horz" wrap="square" lIns="45712" tIns="45712" rIns="45712" bIns="45712" numCol="1" spcCol="0" rtlCol="0" fromWordArt="0" anchor="ctr" anchorCtr="0" forceAA="0" compatLnSpc="1">
            <a:prstTxWarp prst="textNoShape">
              <a:avLst/>
            </a:prstTxWarp>
            <a:noAutofit/>
          </a:bodyPr>
          <a:lstStyle/>
          <a:p>
            <a:pPr algn="ctr" defTabSz="913886" fontAlgn="base">
              <a:spcBef>
                <a:spcPct val="0"/>
              </a:spcBef>
              <a:spcAft>
                <a:spcPct val="0"/>
              </a:spcAft>
              <a:defRPr/>
            </a:pPr>
            <a:r>
              <a:rPr lang="en-US" sz="3921" b="1" kern="0" spc="-51" dirty="0">
                <a:gradFill>
                  <a:gsLst>
                    <a:gs pos="0">
                      <a:srgbClr val="FFFFFF"/>
                    </a:gs>
                    <a:gs pos="100000">
                      <a:srgbClr val="FFFFFF"/>
                    </a:gs>
                  </a:gsLst>
                  <a:lin ang="5400000" scaled="0"/>
                </a:gradFill>
                <a:latin typeface="Segoe UI Light" panose="020B0502040204020203" pitchFamily="34" charset="0"/>
                <a:ea typeface="Segoe UI" pitchFamily="34" charset="0"/>
                <a:cs typeface="Segoe UI" pitchFamily="34" charset="0"/>
              </a:rPr>
              <a:t>YOU!</a:t>
            </a:r>
          </a:p>
        </p:txBody>
      </p:sp>
    </p:spTree>
    <p:extLst>
      <p:ext uri="{BB962C8B-B14F-4D97-AF65-F5344CB8AC3E}">
        <p14:creationId xmlns:p14="http://schemas.microsoft.com/office/powerpoint/2010/main" val="1747193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ASP.NET</a:t>
            </a:r>
            <a:endParaRPr lang="en-US" dirty="0"/>
          </a:p>
        </p:txBody>
      </p:sp>
      <p:sp>
        <p:nvSpPr>
          <p:cNvPr id="4" name="Slide Number Placeholder 3"/>
          <p:cNvSpPr>
            <a:spLocks noGrp="1"/>
          </p:cNvSpPr>
          <p:nvPr>
            <p:ph type="sldNum" sz="quarter" idx="12"/>
          </p:nvPr>
        </p:nvSpPr>
        <p:spPr/>
        <p:txBody>
          <a:bodyPr/>
          <a:lstStyle/>
          <a:p>
            <a:fld id="{0A164282-434E-41D4-9582-783D542A7B68}" type="slidenum">
              <a:rPr lang="en-US" smtClean="0"/>
              <a:t>11</a:t>
            </a:fld>
            <a:endParaRPr lang="en-US"/>
          </a:p>
        </p:txBody>
      </p:sp>
      <p:sp>
        <p:nvSpPr>
          <p:cNvPr id="5" name="Text Placeholder 4"/>
          <p:cNvSpPr>
            <a:spLocks noGrp="1"/>
          </p:cNvSpPr>
          <p:nvPr>
            <p:ph type="body" sz="quarter" idx="13"/>
          </p:nvPr>
        </p:nvSpPr>
        <p:spPr/>
        <p:txBody>
          <a:bodyPr/>
          <a:lstStyle/>
          <a:p>
            <a:r>
              <a:rPr lang="en-US" dirty="0" smtClean="0"/>
              <a:t>Visual Studio 2013 – New ASP.NET Project</a:t>
            </a:r>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4951" y="2058882"/>
            <a:ext cx="6611516" cy="4110142"/>
          </a:xfrm>
          <a:prstGeom prst="rect">
            <a:avLst/>
          </a:prstGeom>
        </p:spPr>
      </p:pic>
    </p:spTree>
    <p:extLst>
      <p:ext uri="{BB962C8B-B14F-4D97-AF65-F5344CB8AC3E}">
        <p14:creationId xmlns:p14="http://schemas.microsoft.com/office/powerpoint/2010/main" val="2614050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ASP.NET Core 1.0: New, but still one project type</a:t>
            </a:r>
            <a:endParaRPr lang="en-US" dirty="0"/>
          </a:p>
        </p:txBody>
      </p:sp>
      <p:sp>
        <p:nvSpPr>
          <p:cNvPr id="4" name="Slide Number Placeholder 3"/>
          <p:cNvSpPr>
            <a:spLocks noGrp="1"/>
          </p:cNvSpPr>
          <p:nvPr>
            <p:ph type="sldNum" sz="quarter" idx="12"/>
          </p:nvPr>
        </p:nvSpPr>
        <p:spPr/>
        <p:txBody>
          <a:bodyPr/>
          <a:lstStyle/>
          <a:p>
            <a:fld id="{0A164282-434E-41D4-9582-783D542A7B68}" type="slidenum">
              <a:rPr lang="en-US" smtClean="0"/>
              <a:t>12</a:t>
            </a:fld>
            <a:endParaRPr lang="en-US"/>
          </a:p>
        </p:txBody>
      </p:sp>
      <p:sp>
        <p:nvSpPr>
          <p:cNvPr id="5" name="Text Placeholder 4"/>
          <p:cNvSpPr>
            <a:spLocks noGrp="1"/>
          </p:cNvSpPr>
          <p:nvPr>
            <p:ph type="body" sz="quarter" idx="13"/>
          </p:nvPr>
        </p:nvSpPr>
        <p:spPr>
          <a:xfrm>
            <a:off x="559870" y="1742059"/>
            <a:ext cx="11080750" cy="437594"/>
          </a:xfrm>
        </p:spPr>
        <p:txBody>
          <a:bodyPr/>
          <a:lstStyle/>
          <a:p>
            <a:r>
              <a:rPr lang="en-US" dirty="0" smtClean="0"/>
              <a:t>Visual Studio 2015 – New ASP.NET Project</a:t>
            </a:r>
            <a:endParaRPr lang="en-US" dirty="0"/>
          </a:p>
        </p:txBody>
      </p:sp>
      <p:pic>
        <p:nvPicPr>
          <p:cNvPr id="3" name="Picture 2" descr="New ASP.NET Project - WebApplication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6585" y="2320996"/>
            <a:ext cx="5804545" cy="4498522"/>
          </a:xfrm>
          <a:prstGeom prst="rect">
            <a:avLst/>
          </a:prstGeom>
        </p:spPr>
      </p:pic>
    </p:spTree>
    <p:extLst>
      <p:ext uri="{BB962C8B-B14F-4D97-AF65-F5344CB8AC3E}">
        <p14:creationId xmlns:p14="http://schemas.microsoft.com/office/powerpoint/2010/main" val="2853656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Bootstrap</a:t>
            </a:r>
            <a:endParaRPr lang="en-US" dirty="0"/>
          </a:p>
        </p:txBody>
      </p:sp>
      <p:sp>
        <p:nvSpPr>
          <p:cNvPr id="7" name="Content Placeholder 6"/>
          <p:cNvSpPr>
            <a:spLocks noGrp="1"/>
          </p:cNvSpPr>
          <p:nvPr>
            <p:ph sz="quarter" idx="4294967295"/>
          </p:nvPr>
        </p:nvSpPr>
        <p:spPr/>
        <p:txBody>
          <a:bodyPr>
            <a:normAutofit/>
          </a:bodyPr>
          <a:lstStyle/>
          <a:p>
            <a:pPr marL="0" indent="0">
              <a:buNone/>
            </a:pPr>
            <a:r>
              <a:rPr lang="en-US" dirty="0"/>
              <a:t>The most popular front-end framework for developing </a:t>
            </a:r>
            <a:r>
              <a:rPr lang="en-US" dirty="0" smtClean="0"/>
              <a:t/>
            </a:r>
            <a:br>
              <a:rPr lang="en-US" dirty="0" smtClean="0"/>
            </a:br>
            <a:r>
              <a:rPr lang="en-US" dirty="0" smtClean="0"/>
              <a:t>responsive</a:t>
            </a:r>
            <a:r>
              <a:rPr lang="en-US" dirty="0"/>
              <a:t>, mobile first projects on the web.</a:t>
            </a:r>
            <a:endParaRPr lang="en-GB" dirty="0" smtClean="0"/>
          </a:p>
        </p:txBody>
      </p:sp>
      <p:pic>
        <p:nvPicPr>
          <p:cNvPr id="3" name="Picture 2" descr="Screen Clipping"/>
          <p:cNvPicPr>
            <a:picLocks noChangeAspect="1"/>
          </p:cNvPicPr>
          <p:nvPr/>
        </p:nvPicPr>
        <p:blipFill rotWithShape="1">
          <a:blip r:embed="rId3">
            <a:extLst>
              <a:ext uri="{28A0092B-C50C-407E-A947-70E740481C1C}">
                <a14:useLocalDpi xmlns:a14="http://schemas.microsoft.com/office/drawing/2010/main" val="0"/>
              </a:ext>
            </a:extLst>
          </a:blip>
          <a:srcRect b="3785"/>
          <a:stretch/>
        </p:blipFill>
        <p:spPr>
          <a:xfrm>
            <a:off x="-25295" y="0"/>
            <a:ext cx="12217295" cy="6134100"/>
          </a:xfrm>
          <a:prstGeom prst="rect">
            <a:avLst/>
          </a:prstGeom>
        </p:spPr>
      </p:pic>
      <p:sp>
        <p:nvSpPr>
          <p:cNvPr id="4" name="Rectangle 3"/>
          <p:cNvSpPr/>
          <p:nvPr/>
        </p:nvSpPr>
        <p:spPr>
          <a:xfrm>
            <a:off x="-25295" y="4346089"/>
            <a:ext cx="12217295" cy="2511911"/>
          </a:xfrm>
          <a:prstGeom prst="rect">
            <a:avLst/>
          </a:prstGeom>
          <a:solidFill>
            <a:srgbClr val="654B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We’ll talk more about Bootstrap later on…</a:t>
            </a:r>
            <a:endParaRPr lang="en-US" dirty="0"/>
          </a:p>
        </p:txBody>
      </p:sp>
    </p:spTree>
    <p:extLst>
      <p:ext uri="{BB962C8B-B14F-4D97-AF65-F5344CB8AC3E}">
        <p14:creationId xmlns:p14="http://schemas.microsoft.com/office/powerpoint/2010/main" val="1686343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0798" y="115281"/>
            <a:ext cx="11079822" cy="1325563"/>
          </a:xfrm>
        </p:spPr>
        <p:txBody>
          <a:bodyPr>
            <a:normAutofit/>
          </a:bodyPr>
          <a:lstStyle/>
          <a:p>
            <a:r>
              <a:rPr lang="en-US" dirty="0" smtClean="0"/>
              <a:t>OWIN (Open Web Interface for .NET)</a:t>
            </a:r>
            <a:endParaRPr lang="en-US" dirty="0"/>
          </a:p>
        </p:txBody>
      </p:sp>
      <p:sp>
        <p:nvSpPr>
          <p:cNvPr id="2" name="TextBox 1"/>
          <p:cNvSpPr txBox="1"/>
          <p:nvPr/>
        </p:nvSpPr>
        <p:spPr>
          <a:xfrm>
            <a:off x="484094" y="1440844"/>
            <a:ext cx="11517406" cy="1754326"/>
          </a:xfrm>
          <a:prstGeom prst="rect">
            <a:avLst/>
          </a:prstGeom>
          <a:noFill/>
        </p:spPr>
        <p:txBody>
          <a:bodyPr wrap="square" rtlCol="0">
            <a:spAutoFit/>
          </a:bodyPr>
          <a:lstStyle/>
          <a:p>
            <a:pPr marL="285750" indent="-285750">
              <a:buFont typeface="Arial" panose="020B0604020202020204" pitchFamily="34" charset="0"/>
              <a:buChar char="•"/>
            </a:pPr>
            <a:r>
              <a:rPr lang="en-US" sz="3600" dirty="0" smtClean="0">
                <a:solidFill>
                  <a:schemeClr val="bg1"/>
                </a:solidFill>
              </a:rPr>
              <a:t>OWIN in an open, community owned specification</a:t>
            </a:r>
          </a:p>
          <a:p>
            <a:pPr marL="285750" indent="-285750">
              <a:buFont typeface="Arial" panose="020B0604020202020204" pitchFamily="34" charset="0"/>
              <a:buChar char="•"/>
            </a:pPr>
            <a:r>
              <a:rPr lang="en-US" sz="3600" dirty="0" smtClean="0">
                <a:solidFill>
                  <a:schemeClr val="bg1"/>
                </a:solidFill>
              </a:rPr>
              <a:t>OWIN defines pluggable middleware and hosting</a:t>
            </a:r>
          </a:p>
          <a:p>
            <a:pPr marL="285750" indent="-285750">
              <a:buFont typeface="Arial" panose="020B0604020202020204" pitchFamily="34" charset="0"/>
              <a:buChar char="•"/>
            </a:pPr>
            <a:r>
              <a:rPr lang="en-US" sz="3600" dirty="0" smtClean="0">
                <a:solidFill>
                  <a:schemeClr val="bg1"/>
                </a:solidFill>
              </a:rPr>
              <a:t>ASP.NET 4.5 and ASP.NET Core 1.0 both support OWIN</a:t>
            </a:r>
            <a:endParaRPr lang="en-US" sz="3600" dirty="0">
              <a:solidFill>
                <a:schemeClr val="bg1"/>
              </a:solidFill>
            </a:endParaRPr>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1651" y="3393831"/>
            <a:ext cx="8628699" cy="3464169"/>
          </a:xfrm>
          <a:prstGeom prst="rect">
            <a:avLst/>
          </a:prstGeom>
        </p:spPr>
      </p:pic>
    </p:spTree>
    <p:extLst>
      <p:ext uri="{BB962C8B-B14F-4D97-AF65-F5344CB8AC3E}">
        <p14:creationId xmlns:p14="http://schemas.microsoft.com/office/powerpoint/2010/main" val="26041025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0798" y="115281"/>
            <a:ext cx="11079822" cy="1325563"/>
          </a:xfrm>
        </p:spPr>
        <p:txBody>
          <a:bodyPr>
            <a:normAutofit/>
          </a:bodyPr>
          <a:lstStyle/>
          <a:p>
            <a:r>
              <a:rPr lang="en-US" dirty="0" smtClean="0"/>
              <a:t>Web Forms Model Binding</a:t>
            </a:r>
            <a:endParaRPr lang="en-US" dirty="0"/>
          </a:p>
        </p:txBody>
      </p:sp>
      <p:sp>
        <p:nvSpPr>
          <p:cNvPr id="2" name="TextBox 1"/>
          <p:cNvSpPr txBox="1"/>
          <p:nvPr/>
        </p:nvSpPr>
        <p:spPr>
          <a:xfrm>
            <a:off x="484094" y="1440844"/>
            <a:ext cx="11156526" cy="1569660"/>
          </a:xfrm>
          <a:prstGeom prst="rect">
            <a:avLst/>
          </a:prstGeom>
          <a:noFill/>
        </p:spPr>
        <p:txBody>
          <a:bodyPr wrap="square" rtlCol="0">
            <a:spAutoFit/>
          </a:bodyPr>
          <a:lstStyle/>
          <a:p>
            <a:pPr marL="285750" indent="-285750">
              <a:buFont typeface="Arial" panose="020B0604020202020204" pitchFamily="34" charset="0"/>
              <a:buChar char="•"/>
            </a:pPr>
            <a:r>
              <a:rPr lang="en-US" sz="3200" dirty="0" smtClean="0">
                <a:solidFill>
                  <a:schemeClr val="bg1"/>
                </a:solidFill>
              </a:rPr>
              <a:t>Better separation of concerns</a:t>
            </a:r>
          </a:p>
          <a:p>
            <a:pPr marL="285750" indent="-285750">
              <a:buFont typeface="Arial" panose="020B0604020202020204" pitchFamily="34" charset="0"/>
              <a:buChar char="•"/>
            </a:pPr>
            <a:r>
              <a:rPr lang="en-US" sz="3200" dirty="0" smtClean="0">
                <a:solidFill>
                  <a:schemeClr val="bg1"/>
                </a:solidFill>
              </a:rPr>
              <a:t>Share models with ASP.NET MVC, Web API</a:t>
            </a:r>
          </a:p>
          <a:p>
            <a:pPr marL="285750" indent="-285750">
              <a:buFont typeface="Arial" panose="020B0604020202020204" pitchFamily="34" charset="0"/>
              <a:buChar char="•"/>
            </a:pPr>
            <a:r>
              <a:rPr lang="en-US" sz="3200" dirty="0" smtClean="0">
                <a:solidFill>
                  <a:schemeClr val="bg1"/>
                </a:solidFill>
              </a:rPr>
              <a:t>ASP.NET 4.6 adds </a:t>
            </a:r>
            <a:r>
              <a:rPr lang="en-US" sz="3200" dirty="0" err="1" smtClean="0">
                <a:solidFill>
                  <a:schemeClr val="bg1"/>
                </a:solidFill>
              </a:rPr>
              <a:t>Async</a:t>
            </a:r>
            <a:r>
              <a:rPr lang="en-US" sz="3200" dirty="0" smtClean="0">
                <a:solidFill>
                  <a:schemeClr val="bg1"/>
                </a:solidFill>
              </a:rPr>
              <a:t> support</a:t>
            </a:r>
            <a:endParaRPr lang="en-US" sz="3200" dirty="0">
              <a:solidFill>
                <a:schemeClr val="bg1"/>
              </a:solidFill>
            </a:endParaRPr>
          </a:p>
        </p:txBody>
      </p:sp>
      <p:pic>
        <p:nvPicPr>
          <p:cNvPr id="6" name="Picture 5"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600" y="3154768"/>
            <a:ext cx="6740402" cy="35977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62574" y="4952299"/>
            <a:ext cx="10029426" cy="186396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ight Arrow 7"/>
          <p:cNvSpPr/>
          <p:nvPr/>
        </p:nvSpPr>
        <p:spPr>
          <a:xfrm rot="1909573">
            <a:off x="3207135" y="4255563"/>
            <a:ext cx="1967726" cy="5307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28306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0798" y="115281"/>
            <a:ext cx="11079822" cy="1325563"/>
          </a:xfrm>
        </p:spPr>
        <p:txBody>
          <a:bodyPr>
            <a:normAutofit/>
          </a:bodyPr>
          <a:lstStyle/>
          <a:p>
            <a:r>
              <a:rPr lang="en-US" dirty="0" smtClean="0"/>
              <a:t>HTTP/2 Support</a:t>
            </a:r>
            <a:endParaRPr lang="en-US" dirty="0"/>
          </a:p>
        </p:txBody>
      </p:sp>
      <p:graphicFrame>
        <p:nvGraphicFramePr>
          <p:cNvPr id="5" name="Diagram 4"/>
          <p:cNvGraphicFramePr/>
          <p:nvPr>
            <p:extLst>
              <p:ext uri="{D42A27DB-BD31-4B8C-83A1-F6EECF244321}">
                <p14:modId xmlns:p14="http://schemas.microsoft.com/office/powerpoint/2010/main" val="705522789"/>
              </p:ext>
            </p:extLst>
          </p:nvPr>
        </p:nvGraphicFramePr>
        <p:xfrm>
          <a:off x="219808" y="1080359"/>
          <a:ext cx="11667392" cy="520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617592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9808" y="1080359"/>
            <a:ext cx="11711354"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chemeClr val="bg1"/>
                </a:solidFill>
              </a:rPr>
              <a:t>Binary transmission instead of text</a:t>
            </a:r>
          </a:p>
          <a:p>
            <a:pPr marL="457200" indent="-457200">
              <a:buFont typeface="Arial" panose="020B0604020202020204" pitchFamily="34" charset="0"/>
              <a:buChar char="•"/>
            </a:pPr>
            <a:r>
              <a:rPr lang="en-US" sz="2800" dirty="0">
                <a:solidFill>
                  <a:schemeClr val="bg1"/>
                </a:solidFill>
              </a:rPr>
              <a:t>Fully multiplexed instead of ordered and </a:t>
            </a:r>
            <a:r>
              <a:rPr lang="en-US" sz="2800" dirty="0" smtClean="0">
                <a:solidFill>
                  <a:schemeClr val="bg1"/>
                </a:solidFill>
              </a:rPr>
              <a:t>blocking</a:t>
            </a:r>
            <a:endParaRPr lang="en-US" sz="2800" dirty="0">
              <a:solidFill>
                <a:schemeClr val="bg1"/>
              </a:solidFill>
            </a:endParaRPr>
          </a:p>
          <a:p>
            <a:pPr marL="457200" indent="-457200">
              <a:buFont typeface="Arial" panose="020B0604020202020204" pitchFamily="34" charset="0"/>
              <a:buChar char="•"/>
            </a:pPr>
            <a:r>
              <a:rPr lang="en-US" sz="2800" dirty="0">
                <a:solidFill>
                  <a:schemeClr val="bg1"/>
                </a:solidFill>
              </a:rPr>
              <a:t>One connection to the server </a:t>
            </a:r>
            <a:r>
              <a:rPr lang="en-US" sz="2800" dirty="0" smtClean="0">
                <a:solidFill>
                  <a:schemeClr val="bg1"/>
                </a:solidFill>
              </a:rPr>
              <a:t>- </a:t>
            </a:r>
            <a:r>
              <a:rPr lang="en-US" sz="2800" dirty="0">
                <a:solidFill>
                  <a:schemeClr val="bg1"/>
                </a:solidFill>
              </a:rPr>
              <a:t>parallel loading of resources</a:t>
            </a:r>
          </a:p>
          <a:p>
            <a:pPr marL="457200" indent="-457200">
              <a:buFont typeface="Arial" panose="020B0604020202020204" pitchFamily="34" charset="0"/>
              <a:buChar char="•"/>
            </a:pPr>
            <a:r>
              <a:rPr lang="en-US" sz="2800" dirty="0">
                <a:solidFill>
                  <a:schemeClr val="bg1"/>
                </a:solidFill>
              </a:rPr>
              <a:t>Header compression is now used to reduce overhead</a:t>
            </a:r>
          </a:p>
          <a:p>
            <a:pPr marL="457200" indent="-457200">
              <a:buFont typeface="Arial" panose="020B0604020202020204" pitchFamily="34" charset="0"/>
              <a:buChar char="•"/>
            </a:pPr>
            <a:r>
              <a:rPr lang="en-US" sz="2800" dirty="0">
                <a:solidFill>
                  <a:schemeClr val="bg1"/>
                </a:solidFill>
              </a:rPr>
              <a:t>Servers can now “push” responses proactively into client caches</a:t>
            </a:r>
          </a:p>
        </p:txBody>
      </p:sp>
      <p:sp>
        <p:nvSpPr>
          <p:cNvPr id="3" name="Title 2"/>
          <p:cNvSpPr>
            <a:spLocks noGrp="1"/>
          </p:cNvSpPr>
          <p:nvPr>
            <p:ph type="title"/>
          </p:nvPr>
        </p:nvSpPr>
        <p:spPr>
          <a:xfrm>
            <a:off x="560798" y="115281"/>
            <a:ext cx="11079822" cy="1325563"/>
          </a:xfrm>
        </p:spPr>
        <p:txBody>
          <a:bodyPr>
            <a:normAutofit/>
          </a:bodyPr>
          <a:lstStyle/>
          <a:p>
            <a:r>
              <a:rPr lang="en-US" dirty="0" smtClean="0"/>
              <a:t>HTTP/2 Support</a:t>
            </a:r>
            <a:endParaRPr lang="en-US" dirty="0"/>
          </a:p>
        </p:txBody>
      </p:sp>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2928"/>
            <a:ext cx="12192000" cy="6432143"/>
          </a:xfrm>
          <a:prstGeom prst="rect">
            <a:avLst/>
          </a:prstGeom>
        </p:spPr>
      </p:pic>
      <p:pic>
        <p:nvPicPr>
          <p:cNvPr id="4" name="Picture 3"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87801"/>
            <a:ext cx="12192000" cy="6482398"/>
          </a:xfrm>
          <a:prstGeom prst="rect">
            <a:avLst/>
          </a:prstGeom>
        </p:spPr>
      </p:pic>
    </p:spTree>
    <p:extLst>
      <p:ext uri="{BB962C8B-B14F-4D97-AF65-F5344CB8AC3E}">
        <p14:creationId xmlns:p14="http://schemas.microsoft.com/office/powerpoint/2010/main" val="17577357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 Compiler Platform (“Roslyn”)</a:t>
            </a:r>
            <a:endParaRPr lang="en-US" dirty="0"/>
          </a:p>
        </p:txBody>
      </p:sp>
      <p:sp>
        <p:nvSpPr>
          <p:cNvPr id="3" name="Content Placeholder 2"/>
          <p:cNvSpPr>
            <a:spLocks noGrp="1"/>
          </p:cNvSpPr>
          <p:nvPr>
            <p:ph idx="1"/>
          </p:nvPr>
        </p:nvSpPr>
        <p:spPr/>
        <p:txBody>
          <a:bodyPr/>
          <a:lstStyle/>
          <a:p>
            <a:r>
              <a:rPr lang="en-US" dirty="0" smtClean="0"/>
              <a:t>Support for new language features</a:t>
            </a:r>
          </a:p>
          <a:p>
            <a:r>
              <a:rPr lang="en-US" dirty="0" smtClean="0"/>
              <a:t>Improved App startup / Pre-compile time</a:t>
            </a:r>
            <a:endParaRPr lang="en-US" dirty="0"/>
          </a:p>
        </p:txBody>
      </p:sp>
      <p:sp>
        <p:nvSpPr>
          <p:cNvPr id="4" name="Slide Number Placeholder 3"/>
          <p:cNvSpPr>
            <a:spLocks noGrp="1"/>
          </p:cNvSpPr>
          <p:nvPr>
            <p:ph type="sldNum" sz="quarter" idx="12"/>
          </p:nvPr>
        </p:nvSpPr>
        <p:spPr/>
        <p:txBody>
          <a:bodyPr/>
          <a:lstStyle/>
          <a:p>
            <a:fld id="{0A164282-434E-41D4-9582-783D542A7B68}" type="slidenum">
              <a:rPr lang="en-US" smtClean="0"/>
              <a:t>18</a:t>
            </a:fld>
            <a:endParaRPr lang="en-US"/>
          </a:p>
        </p:txBody>
      </p:sp>
      <p:sp>
        <p:nvSpPr>
          <p:cNvPr id="5" name="TextBox 4"/>
          <p:cNvSpPr txBox="1"/>
          <p:nvPr/>
        </p:nvSpPr>
        <p:spPr>
          <a:xfrm>
            <a:off x="428625" y="4305300"/>
            <a:ext cx="11211995" cy="584775"/>
          </a:xfrm>
          <a:prstGeom prst="rect">
            <a:avLst/>
          </a:prstGeom>
          <a:solidFill>
            <a:srgbClr val="44546A"/>
          </a:solidFill>
        </p:spPr>
        <p:txBody>
          <a:bodyPr wrap="square" rtlCol="0">
            <a:spAutoFit/>
          </a:bodyPr>
          <a:lstStyle/>
          <a:p>
            <a:pPr algn="ctr"/>
            <a:r>
              <a:rPr lang="en-US" sz="3200" dirty="0" smtClean="0">
                <a:solidFill>
                  <a:schemeClr val="bg1">
                    <a:lumMod val="85000"/>
                  </a:schemeClr>
                </a:solidFill>
              </a:rPr>
              <a:t>ASP.NET Web Forms 4.6 includes Roslyn via NuGet by default.</a:t>
            </a:r>
            <a:endParaRPr lang="en-US" sz="3200" dirty="0">
              <a:solidFill>
                <a:schemeClr val="bg1">
                  <a:lumMod val="85000"/>
                </a:schemeClr>
              </a:solidFill>
            </a:endParaRPr>
          </a:p>
        </p:txBody>
      </p:sp>
    </p:spTree>
    <p:extLst>
      <p:ext uri="{BB962C8B-B14F-4D97-AF65-F5344CB8AC3E}">
        <p14:creationId xmlns:p14="http://schemas.microsoft.com/office/powerpoint/2010/main" val="2544456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2560" y="1935480"/>
            <a:ext cx="6035040" cy="2987040"/>
          </a:xfrm>
        </p:spPr>
        <p:txBody>
          <a:bodyPr/>
          <a:lstStyle/>
          <a:p>
            <a:pPr algn="ctr"/>
            <a:r>
              <a:rPr lang="en-US" sz="8000" dirty="0" smtClean="0"/>
              <a:t>Visual Studio Web Tools</a:t>
            </a:r>
            <a:endParaRPr lang="en-US" sz="8000"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80480" y="3015269"/>
            <a:ext cx="5811520" cy="3842731"/>
          </a:xfrm>
          <a:prstGeom prst="rect">
            <a:avLst/>
          </a:prstGeom>
        </p:spPr>
      </p:pic>
    </p:spTree>
    <p:extLst>
      <p:ext uri="{BB962C8B-B14F-4D97-AF65-F5344CB8AC3E}">
        <p14:creationId xmlns:p14="http://schemas.microsoft.com/office/powerpoint/2010/main" val="12663071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t>Visual Studio 2015</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204984798"/>
              </p:ext>
            </p:extLst>
          </p:nvPr>
        </p:nvGraphicFramePr>
        <p:xfrm>
          <a:off x="560798" y="2111604"/>
          <a:ext cx="11240341" cy="39809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p:cNvSpPr>
            <a:spLocks noGrp="1"/>
          </p:cNvSpPr>
          <p:nvPr>
            <p:ph type="sldNum" sz="quarter" idx="12"/>
          </p:nvPr>
        </p:nvSpPr>
        <p:spPr/>
        <p:txBody>
          <a:bodyPr/>
          <a:lstStyle/>
          <a:p>
            <a:fld id="{0A164282-434E-41D4-9582-783D542A7B68}" type="slidenum">
              <a:rPr lang="en-US" smtClean="0"/>
              <a:t>20</a:t>
            </a:fld>
            <a:endParaRPr lang="en-US"/>
          </a:p>
        </p:txBody>
      </p:sp>
      <p:sp>
        <p:nvSpPr>
          <p:cNvPr id="5" name="Text Placeholder 4"/>
          <p:cNvSpPr>
            <a:spLocks noGrp="1"/>
          </p:cNvSpPr>
          <p:nvPr>
            <p:ph type="body" sz="quarter" idx="13"/>
          </p:nvPr>
        </p:nvSpPr>
        <p:spPr/>
        <p:txBody>
          <a:bodyPr/>
          <a:lstStyle/>
          <a:p>
            <a:r>
              <a:rPr lang="en-US" dirty="0" smtClean="0"/>
              <a:t>Top Features for Web Developers</a:t>
            </a:r>
            <a:endParaRPr lang="en-US" dirty="0"/>
          </a:p>
        </p:txBody>
      </p:sp>
    </p:spTree>
    <p:extLst>
      <p:ext uri="{BB962C8B-B14F-4D97-AF65-F5344CB8AC3E}">
        <p14:creationId xmlns:p14="http://schemas.microsoft.com/office/powerpoint/2010/main" val="2446993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1583" y="10579"/>
            <a:ext cx="11078251" cy="1325375"/>
          </a:xfrm>
        </p:spPr>
        <p:txBody>
          <a:bodyPr/>
          <a:lstStyle/>
          <a:p>
            <a:r>
              <a:rPr lang="en-US" dirty="0" smtClean="0"/>
              <a:t>VS Web Essentials</a:t>
            </a:r>
            <a:endParaRPr lang="en-US" dirty="0"/>
          </a:p>
        </p:txBody>
      </p:sp>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3068" y="1389744"/>
            <a:ext cx="11595280" cy="5460834"/>
          </a:xfrm>
          <a:prstGeom prst="rect">
            <a:avLst/>
          </a:prstGeom>
        </p:spPr>
      </p:pic>
    </p:spTree>
    <p:extLst>
      <p:ext uri="{BB962C8B-B14F-4D97-AF65-F5344CB8AC3E}">
        <p14:creationId xmlns:p14="http://schemas.microsoft.com/office/powerpoint/2010/main" val="600487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t>BrowserLink</a:t>
            </a:r>
            <a:endParaRPr lang="en-US" dirty="0"/>
          </a:p>
        </p:txBody>
      </p:sp>
      <p:pic>
        <p:nvPicPr>
          <p:cNvPr id="8" name="Picture 7"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9563" y="1519362"/>
            <a:ext cx="9642438" cy="5177880"/>
          </a:xfrm>
          <a:prstGeom prst="rect">
            <a:avLst/>
          </a:prstGeom>
        </p:spPr>
      </p:pic>
      <p:sp>
        <p:nvSpPr>
          <p:cNvPr id="9" name="Left Arrow 8"/>
          <p:cNvSpPr/>
          <p:nvPr/>
        </p:nvSpPr>
        <p:spPr>
          <a:xfrm rot="1709673">
            <a:off x="4450189" y="3906673"/>
            <a:ext cx="5212637" cy="625955"/>
          </a:xfrm>
          <a:prstGeom prst="leftArrow">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0605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1583" y="10579"/>
            <a:ext cx="11078251" cy="1325375"/>
          </a:xfrm>
        </p:spPr>
        <p:txBody>
          <a:bodyPr/>
          <a:lstStyle/>
          <a:p>
            <a:r>
              <a:rPr lang="en-US" dirty="0" smtClean="0"/>
              <a:t>NPM Integration</a:t>
            </a:r>
            <a:endParaRPr lang="en-US" dirty="0"/>
          </a:p>
        </p:txBody>
      </p:sp>
      <p:pic>
        <p:nvPicPr>
          <p:cNvPr id="2" name="Picture 1" descr="WebApplication15 - Microsoft Visual Studio"/>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5175" y="1118301"/>
            <a:ext cx="8771066" cy="5654132"/>
          </a:xfrm>
          <a:prstGeom prst="rect">
            <a:avLst/>
          </a:prstGeom>
        </p:spPr>
      </p:pic>
    </p:spTree>
    <p:extLst>
      <p:ext uri="{BB962C8B-B14F-4D97-AF65-F5344CB8AC3E}">
        <p14:creationId xmlns:p14="http://schemas.microsoft.com/office/powerpoint/2010/main" val="4100371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1583" y="10579"/>
            <a:ext cx="11078251" cy="1325375"/>
          </a:xfrm>
        </p:spPr>
        <p:txBody>
          <a:bodyPr/>
          <a:lstStyle/>
          <a:p>
            <a:r>
              <a:rPr lang="en-US" dirty="0" smtClean="0"/>
              <a:t>NPM ecosystem - Bower</a:t>
            </a:r>
            <a:endParaRPr lang="en-US" dirty="0"/>
          </a:p>
        </p:txBody>
      </p:sp>
      <p:pic>
        <p:nvPicPr>
          <p:cNvPr id="5" name="Picture 4" descr="WebApplication15 - Microsoft Visual Studio"/>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5928" y="1129678"/>
            <a:ext cx="8820145" cy="5584227"/>
          </a:xfrm>
          <a:prstGeom prst="rect">
            <a:avLst/>
          </a:prstGeom>
        </p:spPr>
      </p:pic>
    </p:spTree>
    <p:extLst>
      <p:ext uri="{BB962C8B-B14F-4D97-AF65-F5344CB8AC3E}">
        <p14:creationId xmlns:p14="http://schemas.microsoft.com/office/powerpoint/2010/main" val="27523919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1583" y="10579"/>
            <a:ext cx="11078251" cy="1325375"/>
          </a:xfrm>
        </p:spPr>
        <p:txBody>
          <a:bodyPr/>
          <a:lstStyle/>
          <a:p>
            <a:r>
              <a:rPr lang="en-US" dirty="0" smtClean="0"/>
              <a:t>NPM ecosystem – Grunt / Gulp</a:t>
            </a:r>
            <a:endParaRPr lang="en-US" dirty="0"/>
          </a:p>
        </p:txBody>
      </p:sp>
      <p:pic>
        <p:nvPicPr>
          <p:cNvPr id="3" name="Picture 2" descr="WebApplication15 - Microsoft Visual Studio"/>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6198" y="1118302"/>
            <a:ext cx="8939605" cy="5659860"/>
          </a:xfrm>
          <a:prstGeom prst="rect">
            <a:avLst/>
          </a:prstGeom>
        </p:spPr>
      </p:pic>
    </p:spTree>
    <p:extLst>
      <p:ext uri="{BB962C8B-B14F-4D97-AF65-F5344CB8AC3E}">
        <p14:creationId xmlns:p14="http://schemas.microsoft.com/office/powerpoint/2010/main" val="284499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1583" y="10579"/>
            <a:ext cx="11078251" cy="1325375"/>
          </a:xfrm>
        </p:spPr>
        <p:txBody>
          <a:bodyPr/>
          <a:lstStyle/>
          <a:p>
            <a:r>
              <a:rPr lang="en-US" dirty="0" smtClean="0"/>
              <a:t>JSON Editor</a:t>
            </a:r>
            <a:endParaRPr lang="en-US" dirty="0"/>
          </a:p>
        </p:txBody>
      </p:sp>
      <p:pic>
        <p:nvPicPr>
          <p:cNvPr id="2" name="Picture 1"/>
          <p:cNvPicPr>
            <a:picLocks noChangeAspect="1"/>
          </p:cNvPicPr>
          <p:nvPr/>
        </p:nvPicPr>
        <p:blipFill>
          <a:blip r:embed="rId3"/>
          <a:stretch>
            <a:fillRect/>
          </a:stretch>
        </p:blipFill>
        <p:spPr>
          <a:xfrm>
            <a:off x="4370372" y="1510304"/>
            <a:ext cx="7821628" cy="5347696"/>
          </a:xfrm>
          <a:prstGeom prst="rect">
            <a:avLst/>
          </a:prstGeom>
        </p:spPr>
      </p:pic>
      <p:sp>
        <p:nvSpPr>
          <p:cNvPr id="5" name="TextBox 4"/>
          <p:cNvSpPr txBox="1"/>
          <p:nvPr/>
        </p:nvSpPr>
        <p:spPr>
          <a:xfrm>
            <a:off x="132737" y="3399322"/>
            <a:ext cx="4237635" cy="1569660"/>
          </a:xfrm>
          <a:prstGeom prst="rect">
            <a:avLst/>
          </a:prstGeom>
          <a:noFill/>
        </p:spPr>
        <p:txBody>
          <a:bodyPr wrap="none" rtlCol="0">
            <a:spAutoFit/>
          </a:bodyPr>
          <a:lstStyle/>
          <a:p>
            <a:pPr marL="285750" indent="-285750">
              <a:buFont typeface="Arial" panose="020B0604020202020204" pitchFamily="34" charset="0"/>
              <a:buChar char="•"/>
            </a:pPr>
            <a:r>
              <a:rPr lang="en-US" sz="2400" dirty="0" smtClean="0">
                <a:solidFill>
                  <a:schemeClr val="bg1"/>
                </a:solidFill>
              </a:rPr>
              <a:t>Auto-completion</a:t>
            </a:r>
          </a:p>
          <a:p>
            <a:pPr marL="285750" indent="-285750">
              <a:buFont typeface="Arial" panose="020B0604020202020204" pitchFamily="34" charset="0"/>
              <a:buChar char="•"/>
            </a:pPr>
            <a:r>
              <a:rPr lang="en-US" sz="2400" dirty="0" smtClean="0">
                <a:solidFill>
                  <a:schemeClr val="bg1"/>
                </a:solidFill>
              </a:rPr>
              <a:t>Tooltips</a:t>
            </a:r>
          </a:p>
          <a:p>
            <a:pPr marL="285750" indent="-285750">
              <a:buFont typeface="Arial" panose="020B0604020202020204" pitchFamily="34" charset="0"/>
              <a:buChar char="•"/>
            </a:pPr>
            <a:r>
              <a:rPr lang="en-US" sz="2400" dirty="0" smtClean="0">
                <a:solidFill>
                  <a:schemeClr val="bg1"/>
                </a:solidFill>
              </a:rPr>
              <a:t>Supports SchemaStore.org</a:t>
            </a:r>
          </a:p>
          <a:p>
            <a:pPr marL="285750" indent="-285750">
              <a:buFont typeface="Arial" panose="020B0604020202020204" pitchFamily="34" charset="0"/>
              <a:buChar char="•"/>
            </a:pPr>
            <a:r>
              <a:rPr lang="en-US" sz="2400" dirty="0" smtClean="0">
                <a:solidFill>
                  <a:schemeClr val="bg1"/>
                </a:solidFill>
              </a:rPr>
              <a:t>Powers NPM, Bower editing</a:t>
            </a:r>
            <a:endParaRPr lang="en-US" sz="2400" dirty="0">
              <a:solidFill>
                <a:schemeClr val="bg1"/>
              </a:solidFill>
            </a:endParaRPr>
          </a:p>
        </p:txBody>
      </p:sp>
    </p:spTree>
    <p:extLst>
      <p:ext uri="{BB962C8B-B14F-4D97-AF65-F5344CB8AC3E}">
        <p14:creationId xmlns:p14="http://schemas.microsoft.com/office/powerpoint/2010/main" val="4193575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1583" y="10579"/>
            <a:ext cx="11078251" cy="1325375"/>
          </a:xfrm>
        </p:spPr>
        <p:txBody>
          <a:bodyPr/>
          <a:lstStyle/>
          <a:p>
            <a:r>
              <a:rPr lang="en-US" dirty="0" smtClean="0"/>
              <a:t>HTML Editor</a:t>
            </a:r>
            <a:endParaRPr lang="en-US" dirty="0"/>
          </a:p>
        </p:txBody>
      </p:sp>
      <p:sp>
        <p:nvSpPr>
          <p:cNvPr id="5" name="TextBox 4"/>
          <p:cNvSpPr txBox="1"/>
          <p:nvPr/>
        </p:nvSpPr>
        <p:spPr>
          <a:xfrm>
            <a:off x="561583" y="1656247"/>
            <a:ext cx="7733014" cy="1569660"/>
          </a:xfrm>
          <a:prstGeom prst="rect">
            <a:avLst/>
          </a:prstGeom>
          <a:noFill/>
        </p:spPr>
        <p:txBody>
          <a:bodyPr wrap="none" rtlCol="0">
            <a:spAutoFit/>
          </a:bodyPr>
          <a:lstStyle/>
          <a:p>
            <a:pPr marL="285750" indent="-285750">
              <a:buFont typeface="Arial" panose="020B0604020202020204" pitchFamily="34" charset="0"/>
              <a:buChar char="•"/>
            </a:pPr>
            <a:r>
              <a:rPr lang="en-US" sz="3200" dirty="0" smtClean="0">
                <a:solidFill>
                  <a:schemeClr val="bg1"/>
                </a:solidFill>
              </a:rPr>
              <a:t>Angular directives and attributes</a:t>
            </a:r>
          </a:p>
          <a:p>
            <a:pPr marL="285750" indent="-285750">
              <a:buFont typeface="Arial" panose="020B0604020202020204" pitchFamily="34" charset="0"/>
              <a:buChar char="•"/>
            </a:pPr>
            <a:r>
              <a:rPr lang="en-US" sz="3200" dirty="0" smtClean="0">
                <a:solidFill>
                  <a:schemeClr val="bg1"/>
                </a:solidFill>
              </a:rPr>
              <a:t>Bootstrap class IntelliSense</a:t>
            </a:r>
          </a:p>
          <a:p>
            <a:pPr marL="285750" indent="-285750">
              <a:buFont typeface="Arial" panose="020B0604020202020204" pitchFamily="34" charset="0"/>
              <a:buChar char="•"/>
            </a:pPr>
            <a:r>
              <a:rPr lang="en-US" sz="3200" dirty="0" smtClean="0">
                <a:solidFill>
                  <a:schemeClr val="bg1"/>
                </a:solidFill>
              </a:rPr>
              <a:t>Web Components and custom elements</a:t>
            </a:r>
            <a:endParaRPr lang="en-US" sz="3200" dirty="0">
              <a:solidFill>
                <a:schemeClr val="bg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1712" y="4188041"/>
            <a:ext cx="7250288" cy="1955584"/>
          </a:xfrm>
          <a:prstGeom prst="rect">
            <a:avLst/>
          </a:prstGeom>
        </p:spPr>
      </p:pic>
    </p:spTree>
    <p:extLst>
      <p:ext uri="{BB962C8B-B14F-4D97-AF65-F5344CB8AC3E}">
        <p14:creationId xmlns:p14="http://schemas.microsoft.com/office/powerpoint/2010/main" val="9946629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1583" y="10579"/>
            <a:ext cx="11078251" cy="1325375"/>
          </a:xfrm>
        </p:spPr>
        <p:txBody>
          <a:bodyPr/>
          <a:lstStyle/>
          <a:p>
            <a:r>
              <a:rPr lang="en-US" dirty="0" smtClean="0"/>
              <a:t>JavaScript Editor</a:t>
            </a:r>
            <a:endParaRPr lang="en-US" dirty="0"/>
          </a:p>
        </p:txBody>
      </p:sp>
      <p:sp>
        <p:nvSpPr>
          <p:cNvPr id="5" name="TextBox 4"/>
          <p:cNvSpPr txBox="1"/>
          <p:nvPr/>
        </p:nvSpPr>
        <p:spPr>
          <a:xfrm>
            <a:off x="561583" y="1656247"/>
            <a:ext cx="3968138" cy="3539430"/>
          </a:xfrm>
          <a:prstGeom prst="rect">
            <a:avLst/>
          </a:prstGeom>
          <a:noFill/>
        </p:spPr>
        <p:txBody>
          <a:bodyPr wrap="none" rtlCol="0">
            <a:spAutoFit/>
          </a:bodyPr>
          <a:lstStyle/>
          <a:p>
            <a:pPr marL="285750" indent="-285750">
              <a:buFont typeface="Arial" panose="020B0604020202020204" pitchFamily="34" charset="0"/>
              <a:buChar char="•"/>
            </a:pPr>
            <a:r>
              <a:rPr lang="en-US" sz="3200" dirty="0" smtClean="0">
                <a:solidFill>
                  <a:schemeClr val="bg1"/>
                </a:solidFill>
              </a:rPr>
              <a:t>AngularJS Support</a:t>
            </a:r>
          </a:p>
          <a:p>
            <a:pPr marL="285750" indent="-285750">
              <a:buFont typeface="Arial" panose="020B0604020202020204" pitchFamily="34" charset="0"/>
              <a:buChar char="•"/>
            </a:pPr>
            <a:r>
              <a:rPr lang="en-US" sz="3200" dirty="0" smtClean="0">
                <a:solidFill>
                  <a:schemeClr val="bg1"/>
                </a:solidFill>
              </a:rPr>
              <a:t>ES6 features</a:t>
            </a:r>
          </a:p>
          <a:p>
            <a:pPr marL="742950" lvl="1" indent="-285750">
              <a:buFont typeface="Arial" panose="020B0604020202020204" pitchFamily="34" charset="0"/>
              <a:buChar char="•"/>
            </a:pPr>
            <a:r>
              <a:rPr lang="en-US" sz="3200" dirty="0" smtClean="0">
                <a:solidFill>
                  <a:schemeClr val="bg1"/>
                </a:solidFill>
              </a:rPr>
              <a:t>Classes</a:t>
            </a:r>
          </a:p>
          <a:p>
            <a:pPr marL="742950" lvl="1" indent="-285750">
              <a:buFont typeface="Arial" panose="020B0604020202020204" pitchFamily="34" charset="0"/>
              <a:buChar char="•"/>
            </a:pPr>
            <a:r>
              <a:rPr lang="en-US" sz="3200" dirty="0" smtClean="0">
                <a:solidFill>
                  <a:schemeClr val="bg1"/>
                </a:solidFill>
              </a:rPr>
              <a:t>Arrow Functions</a:t>
            </a:r>
          </a:p>
          <a:p>
            <a:pPr marL="742950" lvl="1" indent="-285750">
              <a:buFont typeface="Arial" panose="020B0604020202020204" pitchFamily="34" charset="0"/>
              <a:buChar char="•"/>
            </a:pPr>
            <a:r>
              <a:rPr lang="en-US" sz="3200" dirty="0" smtClean="0">
                <a:solidFill>
                  <a:schemeClr val="bg1"/>
                </a:solidFill>
              </a:rPr>
              <a:t>Template Strings</a:t>
            </a:r>
          </a:p>
          <a:p>
            <a:pPr marL="285750" indent="-285750">
              <a:buFont typeface="Arial" panose="020B0604020202020204" pitchFamily="34" charset="0"/>
              <a:buChar char="•"/>
            </a:pPr>
            <a:r>
              <a:rPr lang="en-US" sz="3200" dirty="0" err="1" smtClean="0">
                <a:solidFill>
                  <a:schemeClr val="bg1"/>
                </a:solidFill>
              </a:rPr>
              <a:t>JSDoc</a:t>
            </a:r>
            <a:r>
              <a:rPr lang="en-US" sz="3200" dirty="0" smtClean="0">
                <a:solidFill>
                  <a:schemeClr val="bg1"/>
                </a:solidFill>
              </a:rPr>
              <a:t> IntelliSense</a:t>
            </a:r>
          </a:p>
          <a:p>
            <a:pPr marL="285750" indent="-285750">
              <a:buFont typeface="Arial" panose="020B0604020202020204" pitchFamily="34" charset="0"/>
              <a:buChar char="•"/>
            </a:pPr>
            <a:r>
              <a:rPr lang="en-US" sz="3200" dirty="0" smtClean="0">
                <a:solidFill>
                  <a:schemeClr val="bg1"/>
                </a:solidFill>
              </a:rPr>
              <a:t>JSX (React.js)</a:t>
            </a:r>
            <a:endParaRPr lang="en-US" sz="3200" dirty="0">
              <a:solidFill>
                <a:schemeClr val="bg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4818" y="1282837"/>
            <a:ext cx="7227182" cy="4286250"/>
          </a:xfrm>
          <a:prstGeom prst="rect">
            <a:avLst/>
          </a:prstGeom>
        </p:spPr>
      </p:pic>
    </p:spTree>
    <p:extLst>
      <p:ext uri="{BB962C8B-B14F-4D97-AF65-F5344CB8AC3E}">
        <p14:creationId xmlns:p14="http://schemas.microsoft.com/office/powerpoint/2010/main" val="5360460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Demo</a:t>
            </a:r>
            <a:endParaRPr lang="en-US" dirty="0"/>
          </a:p>
        </p:txBody>
      </p:sp>
      <p:sp>
        <p:nvSpPr>
          <p:cNvPr id="4" name="Subtitle 3"/>
          <p:cNvSpPr>
            <a:spLocks noGrp="1"/>
          </p:cNvSpPr>
          <p:nvPr>
            <p:ph type="subTitle" idx="1"/>
          </p:nvPr>
        </p:nvSpPr>
        <p:spPr/>
        <p:txBody>
          <a:bodyPr/>
          <a:lstStyle/>
          <a:p>
            <a:r>
              <a:rPr lang="en-US" dirty="0" smtClean="0"/>
              <a:t>Visual Studio Web Tools</a:t>
            </a:r>
            <a:endParaRPr lang="en-US" dirty="0"/>
          </a:p>
        </p:txBody>
      </p:sp>
    </p:spTree>
    <p:extLst>
      <p:ext uri="{BB962C8B-B14F-4D97-AF65-F5344CB8AC3E}">
        <p14:creationId xmlns:p14="http://schemas.microsoft.com/office/powerpoint/2010/main" val="42180831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70983" y="639849"/>
            <a:ext cx="11080750" cy="900112"/>
          </a:xfrm>
        </p:spPr>
        <p:txBody>
          <a:bodyPr/>
          <a:lstStyle/>
          <a:p>
            <a:r>
              <a:rPr lang="en-US" dirty="0">
                <a:solidFill>
                  <a:srgbClr val="E7F2FC"/>
                </a:solidFill>
              </a:rPr>
              <a:t>ASP.NET 2015 in a Nutshell</a:t>
            </a:r>
          </a:p>
        </p:txBody>
      </p:sp>
      <p:sp>
        <p:nvSpPr>
          <p:cNvPr id="4" name="Rectangle 3"/>
          <p:cNvSpPr/>
          <p:nvPr/>
        </p:nvSpPr>
        <p:spPr bwMode="auto">
          <a:xfrm>
            <a:off x="6381297" y="4422560"/>
            <a:ext cx="4521548" cy="1835491"/>
          </a:xfrm>
          <a:prstGeom prst="rect">
            <a:avLst/>
          </a:prstGeom>
          <a:solidFill>
            <a:srgbClr val="3C454F"/>
          </a:solidFill>
          <a:ln w="25400" cap="flat" cmpd="sng" algn="ctr">
            <a:noFill/>
            <a:prstDash val="solid"/>
            <a:headEnd type="none" w="med" len="med"/>
            <a:tailEnd type="none" w="med" len="med"/>
          </a:ln>
          <a:effectLst/>
        </p:spPr>
        <p:txBody>
          <a:bodyPr vert="horz" wrap="square" lIns="716836" tIns="268814" rIns="87839" bIns="87843" numCol="1" rtlCol="0" anchor="t" anchorCtr="0" compatLnSpc="1">
            <a:prstTxWarp prst="textNoShape">
              <a:avLst/>
            </a:prstTxWarp>
          </a:bodyPr>
          <a:lstStyle/>
          <a:p>
            <a:pPr marL="0" marR="0" lvl="0" indent="0" defTabSz="895688" eaLnBrk="1" fontAlgn="auto" latinLnBrk="0" hangingPunct="1">
              <a:lnSpc>
                <a:spcPct val="100000"/>
              </a:lnSpc>
              <a:spcBef>
                <a:spcPts val="0"/>
              </a:spcBef>
              <a:spcAft>
                <a:spcPts val="0"/>
              </a:spcAft>
              <a:buClrTx/>
              <a:buSzTx/>
              <a:buFontTx/>
              <a:buNone/>
              <a:tabLst/>
              <a:defRPr/>
            </a:pPr>
            <a:endParaRPr kumimoji="0" lang="en-US" sz="2745" b="0" i="0" u="none" strike="noStrike" kern="0" cap="none" spc="0" normalizeH="0" baseline="0" noProof="0" dirty="0">
              <a:ln>
                <a:noFill/>
              </a:ln>
              <a:gradFill>
                <a:gsLst>
                  <a:gs pos="14679">
                    <a:srgbClr val="FFFFFF"/>
                  </a:gs>
                  <a:gs pos="38000">
                    <a:srgbClr val="FFFFFF"/>
                  </a:gs>
                </a:gsLst>
                <a:lin ang="5400000" scaled="1"/>
              </a:gradFill>
              <a:effectLst/>
              <a:uLnTx/>
              <a:uFillTx/>
              <a:latin typeface="Segoe UI Light"/>
            </a:endParaRPr>
          </a:p>
        </p:txBody>
      </p:sp>
      <p:sp>
        <p:nvSpPr>
          <p:cNvPr id="5" name="Rectangle 4"/>
          <p:cNvSpPr/>
          <p:nvPr/>
        </p:nvSpPr>
        <p:spPr bwMode="auto">
          <a:xfrm>
            <a:off x="1190986" y="3894584"/>
            <a:ext cx="5136271" cy="2363466"/>
          </a:xfrm>
          <a:prstGeom prst="rect">
            <a:avLst/>
          </a:prstGeom>
          <a:solidFill>
            <a:srgbClr val="3C454F"/>
          </a:solidFill>
          <a:ln w="25400" cap="flat" cmpd="sng" algn="ctr">
            <a:noFill/>
            <a:prstDash val="solid"/>
            <a:headEnd type="none" w="med" len="med"/>
            <a:tailEnd type="none" w="med" len="med"/>
          </a:ln>
          <a:effectLst/>
        </p:spPr>
        <p:txBody>
          <a:bodyPr vert="horz" wrap="square" lIns="716836" tIns="268814" rIns="87839" bIns="87843" numCol="1" rtlCol="0" anchor="t" anchorCtr="0" compatLnSpc="1">
            <a:prstTxWarp prst="textNoShape">
              <a:avLst/>
            </a:prstTxWarp>
          </a:bodyPr>
          <a:lstStyle/>
          <a:p>
            <a:pPr marL="0" marR="0" lvl="0" indent="0" defTabSz="895688" eaLnBrk="1" fontAlgn="auto" latinLnBrk="0" hangingPunct="1">
              <a:lnSpc>
                <a:spcPct val="100000"/>
              </a:lnSpc>
              <a:spcBef>
                <a:spcPts val="0"/>
              </a:spcBef>
              <a:spcAft>
                <a:spcPts val="0"/>
              </a:spcAft>
              <a:buClrTx/>
              <a:buSzTx/>
              <a:buFontTx/>
              <a:buNone/>
              <a:tabLst/>
              <a:defRPr/>
            </a:pPr>
            <a:r>
              <a:rPr kumimoji="0" lang="en-US" sz="2745" b="0" i="0" u="none" strike="noStrike" kern="0" cap="none" spc="0" normalizeH="0" baseline="0" noProof="0" dirty="0">
                <a:ln>
                  <a:noFill/>
                </a:ln>
                <a:gradFill>
                  <a:gsLst>
                    <a:gs pos="14679">
                      <a:srgbClr val="FFFFFF"/>
                    </a:gs>
                    <a:gs pos="38000">
                      <a:srgbClr val="FFFFFF"/>
                    </a:gs>
                  </a:gsLst>
                  <a:lin ang="5400000" scaled="1"/>
                </a:gradFill>
                <a:effectLst/>
                <a:uLnTx/>
                <a:uFillTx/>
                <a:latin typeface="Segoe UI Light"/>
              </a:rPr>
              <a:t>  </a:t>
            </a:r>
          </a:p>
        </p:txBody>
      </p:sp>
      <p:sp>
        <p:nvSpPr>
          <p:cNvPr id="6" name="TextBox 5"/>
          <p:cNvSpPr txBox="1"/>
          <p:nvPr/>
        </p:nvSpPr>
        <p:spPr>
          <a:xfrm>
            <a:off x="1255430" y="4414249"/>
            <a:ext cx="5071825" cy="521284"/>
          </a:xfrm>
          <a:prstGeom prst="rect">
            <a:avLst/>
          </a:prstGeom>
          <a:solidFill>
            <a:srgbClr val="3C454F"/>
          </a:solidFill>
        </p:spPr>
        <p:txBody>
          <a:bodyPr wrap="square" rtlCol="0">
            <a:spAutoFit/>
          </a:bodyPr>
          <a:lstStyle/>
          <a:p>
            <a:pPr marL="0" marR="0" lvl="0" indent="0" algn="ctr" defTabSz="895984" eaLnBrk="1" fontAlgn="auto" latinLnBrk="0" hangingPunct="1">
              <a:lnSpc>
                <a:spcPct val="100000"/>
              </a:lnSpc>
              <a:spcBef>
                <a:spcPts val="0"/>
              </a:spcBef>
              <a:spcAft>
                <a:spcPts val="0"/>
              </a:spcAft>
              <a:buClrTx/>
              <a:buSzTx/>
              <a:buFontTx/>
              <a:buNone/>
              <a:tabLst/>
              <a:defRPr/>
            </a:pPr>
            <a:r>
              <a:rPr kumimoji="0" lang="en-US" sz="2745" b="1" i="0" u="none" strike="noStrike" kern="0" cap="none" spc="0" normalizeH="0" baseline="0" noProof="0" dirty="0">
                <a:ln>
                  <a:noFill/>
                </a:ln>
                <a:solidFill>
                  <a:srgbClr val="FFFFFF"/>
                </a:solidFill>
                <a:effectLst/>
                <a:uLnTx/>
                <a:uFillTx/>
                <a:latin typeface="Segoe UI Semibold" panose="020B0702040204020203" pitchFamily="34" charset="0"/>
                <a:cs typeface="Segoe UI Semibold" panose="020B0702040204020203" pitchFamily="34" charset="0"/>
              </a:rPr>
              <a:t>.NET Framework 4.6 </a:t>
            </a:r>
          </a:p>
        </p:txBody>
      </p:sp>
      <p:sp>
        <p:nvSpPr>
          <p:cNvPr id="7" name="TextBox 6"/>
          <p:cNvSpPr txBox="1"/>
          <p:nvPr/>
        </p:nvSpPr>
        <p:spPr>
          <a:xfrm>
            <a:off x="6463056" y="4425695"/>
            <a:ext cx="4337531" cy="521284"/>
          </a:xfrm>
          <a:prstGeom prst="rect">
            <a:avLst/>
          </a:prstGeom>
          <a:solidFill>
            <a:srgbClr val="3C454F"/>
          </a:solidFill>
        </p:spPr>
        <p:txBody>
          <a:bodyPr wrap="square" rtlCol="0">
            <a:spAutoFit/>
          </a:bodyPr>
          <a:lstStyle/>
          <a:p>
            <a:pPr marL="0" marR="0" lvl="0" indent="0" algn="ctr" defTabSz="895984" eaLnBrk="1" fontAlgn="auto" latinLnBrk="0" hangingPunct="1">
              <a:lnSpc>
                <a:spcPct val="100000"/>
              </a:lnSpc>
              <a:spcBef>
                <a:spcPts val="0"/>
              </a:spcBef>
              <a:spcAft>
                <a:spcPts val="0"/>
              </a:spcAft>
              <a:buClrTx/>
              <a:buSzTx/>
              <a:buFontTx/>
              <a:buNone/>
              <a:tabLst/>
              <a:defRPr/>
            </a:pPr>
            <a:r>
              <a:rPr kumimoji="0" lang="en-US" sz="2745" b="1" i="0" u="none" strike="noStrike" kern="0" cap="none" spc="0" normalizeH="0" baseline="0" noProof="0" smtClean="0">
                <a:ln>
                  <a:noFill/>
                </a:ln>
                <a:solidFill>
                  <a:srgbClr val="FFFFFF"/>
                </a:solidFill>
                <a:effectLst/>
                <a:uLnTx/>
                <a:uFillTx/>
                <a:latin typeface="Segoe UI Semibold" panose="020B0702040204020203" pitchFamily="34" charset="0"/>
                <a:cs typeface="Segoe UI Semibold" panose="020B0702040204020203" pitchFamily="34" charset="0"/>
              </a:rPr>
              <a:t>.NET Core 1.0 </a:t>
            </a:r>
            <a:endParaRPr kumimoji="0" lang="en-US" sz="2745" b="1" i="0" u="none" strike="noStrike" kern="0" cap="none" spc="0" normalizeH="0" baseline="0" noProof="0" dirty="0">
              <a:ln>
                <a:noFill/>
              </a:ln>
              <a:solidFill>
                <a:srgbClr val="FFFFFF"/>
              </a:solidFill>
              <a:effectLst/>
              <a:uLnTx/>
              <a:uFillTx/>
              <a:latin typeface="Segoe UI Semibold" panose="020B0702040204020203" pitchFamily="34" charset="0"/>
              <a:cs typeface="Segoe UI Semibold" panose="020B0702040204020203" pitchFamily="34" charset="0"/>
            </a:endParaRPr>
          </a:p>
        </p:txBody>
      </p:sp>
      <p:pic>
        <p:nvPicPr>
          <p:cNvPr id="8" name="Picture 7"/>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9587049" y="5566084"/>
            <a:ext cx="374645" cy="441086"/>
          </a:xfrm>
          <a:prstGeom prst="rect">
            <a:avLst/>
          </a:prstGeom>
          <a:solidFill>
            <a:srgbClr val="3C454F"/>
          </a:solidFill>
        </p:spPr>
      </p:pic>
      <p:pic>
        <p:nvPicPr>
          <p:cNvPr id="9" name="Picture 2" descr="http://files.softicons.com/download/system-icons/windows-8-metro-icons-by-dakirby309/png/512x512/Folders%20&amp;%20OS/Linux.png"/>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8475009" y="5562564"/>
            <a:ext cx="500128" cy="491001"/>
          </a:xfrm>
          <a:prstGeom prst="rect">
            <a:avLst/>
          </a:prstGeom>
          <a:solidFill>
            <a:srgbClr val="3C454F"/>
          </a:solidFill>
          <a:extLst/>
        </p:spPr>
      </p:pic>
      <p:pic>
        <p:nvPicPr>
          <p:cNvPr id="10" name="Picture 6" descr="C:\temp\WinAzure_rgb_Wht_S.pn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3371" t="15460" r="80628" b="15496"/>
          <a:stretch/>
        </p:blipFill>
        <p:spPr bwMode="auto">
          <a:xfrm>
            <a:off x="7160498" y="5523210"/>
            <a:ext cx="535310" cy="543665"/>
          </a:xfrm>
          <a:prstGeom prst="rect">
            <a:avLst/>
          </a:prstGeom>
          <a:solidFill>
            <a:srgbClr val="3C454F"/>
          </a:solidFill>
          <a:extLst/>
        </p:spPr>
      </p:pic>
      <p:pic>
        <p:nvPicPr>
          <p:cNvPr id="11" name="Picture 6" descr="C:\temp\WinAzure_rgb_Wht_S.pn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3371" t="15460" r="80628" b="15496"/>
          <a:stretch/>
        </p:blipFill>
        <p:spPr bwMode="auto">
          <a:xfrm>
            <a:off x="3705204" y="5523210"/>
            <a:ext cx="535310" cy="543665"/>
          </a:xfrm>
          <a:prstGeom prst="rect">
            <a:avLst/>
          </a:prstGeom>
          <a:solidFill>
            <a:srgbClr val="3C454F"/>
          </a:solidFill>
          <a:extLst/>
        </p:spPr>
      </p:pic>
      <p:sp>
        <p:nvSpPr>
          <p:cNvPr id="12" name="Rectangle 11"/>
          <p:cNvSpPr/>
          <p:nvPr/>
        </p:nvSpPr>
        <p:spPr>
          <a:xfrm>
            <a:off x="1571156" y="4912445"/>
            <a:ext cx="4722906" cy="572947"/>
          </a:xfrm>
          <a:prstGeom prst="rect">
            <a:avLst/>
          </a:prstGeom>
          <a:solidFill>
            <a:srgbClr val="3C454F"/>
          </a:solidFill>
        </p:spPr>
        <p:txBody>
          <a:bodyPr wrap="square">
            <a:spAutoFit/>
          </a:bodyPr>
          <a:lstStyle/>
          <a:p>
            <a:pPr marL="0" marR="0" lvl="0" indent="0" algn="ctr" defTabSz="895735" eaLnBrk="1" fontAlgn="auto" latinLnBrk="0" hangingPunct="1">
              <a:lnSpc>
                <a:spcPct val="100000"/>
              </a:lnSpc>
              <a:spcBef>
                <a:spcPts val="0"/>
              </a:spcBef>
              <a:spcAft>
                <a:spcPts val="0"/>
              </a:spcAft>
              <a:buClrTx/>
              <a:buSzTx/>
              <a:buFontTx/>
              <a:buNone/>
              <a:tabLst/>
              <a:defRPr/>
            </a:pPr>
            <a:r>
              <a:rPr kumimoji="0" lang="en-US" sz="1536" b="0" i="1" u="none" strike="noStrike" kern="0" cap="none" spc="0" normalizeH="0" baseline="0" noProof="0" dirty="0">
                <a:ln>
                  <a:noFill/>
                </a:ln>
                <a:solidFill>
                  <a:srgbClr val="FFFFFF"/>
                </a:solidFill>
                <a:effectLst/>
                <a:uLnTx/>
                <a:uFillTx/>
              </a:rPr>
              <a:t>Full .NET Framework for any scenario and </a:t>
            </a:r>
          </a:p>
          <a:p>
            <a:pPr marL="0" marR="0" lvl="0" indent="0" algn="ctr" defTabSz="895735" eaLnBrk="1" fontAlgn="auto" latinLnBrk="0" hangingPunct="1">
              <a:lnSpc>
                <a:spcPct val="100000"/>
              </a:lnSpc>
              <a:spcBef>
                <a:spcPts val="0"/>
              </a:spcBef>
              <a:spcAft>
                <a:spcPts val="0"/>
              </a:spcAft>
              <a:buClrTx/>
              <a:buSzTx/>
              <a:buFontTx/>
              <a:buNone/>
              <a:tabLst/>
              <a:defRPr/>
            </a:pPr>
            <a:r>
              <a:rPr kumimoji="0" lang="en-US" sz="1536" b="0" i="1" u="none" strike="noStrike" kern="0" cap="none" spc="0" normalizeH="0" baseline="0" noProof="0" dirty="0">
                <a:ln>
                  <a:noFill/>
                </a:ln>
                <a:solidFill>
                  <a:srgbClr val="FFFFFF"/>
                </a:solidFill>
                <a:effectLst/>
                <a:uLnTx/>
                <a:uFillTx/>
              </a:rPr>
              <a:t>library support on Windows</a:t>
            </a:r>
          </a:p>
        </p:txBody>
      </p:sp>
      <p:sp>
        <p:nvSpPr>
          <p:cNvPr id="13" name="Rectangle 12"/>
          <p:cNvSpPr/>
          <p:nvPr/>
        </p:nvSpPr>
        <p:spPr>
          <a:xfrm>
            <a:off x="6541798" y="4862239"/>
            <a:ext cx="4192053" cy="572947"/>
          </a:xfrm>
          <a:prstGeom prst="rect">
            <a:avLst/>
          </a:prstGeom>
          <a:solidFill>
            <a:srgbClr val="3C454F"/>
          </a:solidFill>
        </p:spPr>
        <p:txBody>
          <a:bodyPr wrap="square">
            <a:spAutoFit/>
          </a:bodyPr>
          <a:lstStyle/>
          <a:p>
            <a:pPr marL="0" marR="0" lvl="0" indent="0" algn="ctr" defTabSz="895735" eaLnBrk="1" fontAlgn="auto" latinLnBrk="0" hangingPunct="1">
              <a:lnSpc>
                <a:spcPct val="100000"/>
              </a:lnSpc>
              <a:spcBef>
                <a:spcPts val="0"/>
              </a:spcBef>
              <a:spcAft>
                <a:spcPts val="0"/>
              </a:spcAft>
              <a:buClrTx/>
              <a:buSzTx/>
              <a:buFontTx/>
              <a:buNone/>
              <a:tabLst/>
              <a:defRPr/>
            </a:pPr>
            <a:r>
              <a:rPr kumimoji="0" lang="en-US" sz="1536" b="0" i="1" u="none" strike="noStrike" kern="0" cap="none" spc="0" normalizeH="0" baseline="0" noProof="0" dirty="0">
                <a:ln>
                  <a:noFill/>
                </a:ln>
                <a:solidFill>
                  <a:srgbClr val="FFFFFF"/>
                </a:solidFill>
                <a:effectLst/>
                <a:uLnTx/>
                <a:uFillTx/>
              </a:rPr>
              <a:t>Modular libraries &amp; runtime optimized for server and cloud workloads</a:t>
            </a:r>
          </a:p>
        </p:txBody>
      </p:sp>
      <p:sp>
        <p:nvSpPr>
          <p:cNvPr id="14" name="Rectangle 13"/>
          <p:cNvSpPr/>
          <p:nvPr/>
        </p:nvSpPr>
        <p:spPr bwMode="auto">
          <a:xfrm>
            <a:off x="1190986" y="3344725"/>
            <a:ext cx="3888755" cy="504671"/>
          </a:xfrm>
          <a:prstGeom prst="rect">
            <a:avLst/>
          </a:prstGeom>
          <a:solidFill>
            <a:srgbClr val="652F8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35" tIns="140588" rIns="175735" bIns="140588" numCol="1" spcCol="0" rtlCol="0" fromWordArt="0" anchor="t" anchorCtr="0" forceAA="0" compatLnSpc="1">
            <a:prstTxWarp prst="textNoShape">
              <a:avLst/>
            </a:prstTxWarp>
            <a:noAutofit/>
          </a:bodyPr>
          <a:lstStyle/>
          <a:p>
            <a:pPr marL="0" marR="0" lvl="0" indent="0" algn="ctr" defTabSz="895923" eaLnBrk="1" fontAlgn="base" latinLnBrk="0" hangingPunct="1">
              <a:lnSpc>
                <a:spcPct val="90000"/>
              </a:lnSpc>
              <a:spcBef>
                <a:spcPct val="0"/>
              </a:spcBef>
              <a:spcAft>
                <a:spcPct val="0"/>
              </a:spcAft>
              <a:buClrTx/>
              <a:buSzTx/>
              <a:buFontTx/>
              <a:buNone/>
              <a:tabLst/>
              <a:defRPr/>
            </a:pPr>
            <a:r>
              <a:rPr kumimoji="0" lang="en-US" sz="1922"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ASP.NET </a:t>
            </a:r>
            <a:r>
              <a:rPr kumimoji="0" lang="en-US" sz="1922" b="0" i="0" u="none" strike="noStrike" kern="0" cap="none" spc="0" normalizeH="0" baseline="0" noProof="0" dirty="0" smtClean="0">
                <a:ln>
                  <a:noFill/>
                </a:ln>
                <a:gradFill>
                  <a:gsLst>
                    <a:gs pos="0">
                      <a:srgbClr val="FFFFFF"/>
                    </a:gs>
                    <a:gs pos="100000">
                      <a:srgbClr val="FFFFFF"/>
                    </a:gs>
                  </a:gsLst>
                  <a:lin ang="5400000" scaled="0"/>
                </a:gradFill>
                <a:effectLst/>
                <a:uLnTx/>
                <a:uFillTx/>
                <a:ea typeface="Segoe UI" pitchFamily="34" charset="0"/>
                <a:cs typeface="Segoe UI" pitchFamily="34" charset="0"/>
              </a:rPr>
              <a:t>4.6 / </a:t>
            </a:r>
            <a:r>
              <a:rPr kumimoji="0" lang="en-US" sz="1922"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rPr>
              <a:t>System.Web</a:t>
            </a:r>
            <a:endParaRPr kumimoji="0" lang="en-US" sz="1922"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sp>
        <p:nvSpPr>
          <p:cNvPr id="15" name="Rectangle 14"/>
          <p:cNvSpPr/>
          <p:nvPr/>
        </p:nvSpPr>
        <p:spPr bwMode="auto">
          <a:xfrm>
            <a:off x="2609593" y="2532462"/>
            <a:ext cx="1095612" cy="747994"/>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35" tIns="140588" rIns="175735" bIns="140588" numCol="1" spcCol="0" rtlCol="0" fromWordArt="0" anchor="t" anchorCtr="0" forceAA="0" compatLnSpc="1">
            <a:prstTxWarp prst="textNoShape">
              <a:avLst/>
            </a:prstTxWarp>
            <a:noAutofit/>
          </a:bodyPr>
          <a:lstStyle/>
          <a:p>
            <a:pPr marL="0" marR="0" lvl="0" indent="0" algn="ctr" defTabSz="895923" eaLnBrk="1" fontAlgn="base" latinLnBrk="0" hangingPunct="1">
              <a:lnSpc>
                <a:spcPct val="90000"/>
              </a:lnSpc>
              <a:spcBef>
                <a:spcPct val="0"/>
              </a:spcBef>
              <a:spcAft>
                <a:spcPct val="0"/>
              </a:spcAft>
              <a:buClrTx/>
              <a:buSzTx/>
              <a:buFontTx/>
              <a:buNone/>
              <a:tabLst/>
              <a:defRPr/>
            </a:pPr>
            <a:r>
              <a:rPr kumimoji="0" lang="en-US" sz="1922"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MVC 5.x</a:t>
            </a:r>
          </a:p>
        </p:txBody>
      </p:sp>
      <p:sp>
        <p:nvSpPr>
          <p:cNvPr id="16" name="Rectangle 15"/>
          <p:cNvSpPr/>
          <p:nvPr/>
        </p:nvSpPr>
        <p:spPr bwMode="auto">
          <a:xfrm>
            <a:off x="5149463" y="2522792"/>
            <a:ext cx="5753381" cy="757664"/>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35" tIns="140588" rIns="175735" bIns="140588" numCol="1" spcCol="0" rtlCol="0" fromWordArt="0" anchor="t" anchorCtr="0" forceAA="0" compatLnSpc="1">
            <a:prstTxWarp prst="textNoShape">
              <a:avLst/>
            </a:prstTxWarp>
            <a:noAutofit/>
          </a:bodyPr>
          <a:lstStyle/>
          <a:p>
            <a:pPr marL="0" marR="0" lvl="0" indent="0" algn="ctr" defTabSz="895923" eaLnBrk="1" fontAlgn="base" latinLnBrk="0" hangingPunct="1">
              <a:lnSpc>
                <a:spcPct val="90000"/>
              </a:lnSpc>
              <a:spcBef>
                <a:spcPct val="0"/>
              </a:spcBef>
              <a:spcAft>
                <a:spcPct val="0"/>
              </a:spcAft>
              <a:buClrTx/>
              <a:buSzTx/>
              <a:buFontTx/>
              <a:buNone/>
              <a:tabLst/>
              <a:defRPr/>
            </a:pPr>
            <a:r>
              <a:rPr kumimoji="0" lang="en-US" sz="1922" b="0" i="0" u="none" strike="noStrike" kern="0" cap="none" spc="0" normalizeH="0" baseline="0" noProof="0" dirty="0" smtClean="0">
                <a:ln>
                  <a:noFill/>
                </a:ln>
                <a:gradFill>
                  <a:gsLst>
                    <a:gs pos="0">
                      <a:srgbClr val="FFFFFF"/>
                    </a:gs>
                    <a:gs pos="100000">
                      <a:srgbClr val="FFFFFF"/>
                    </a:gs>
                  </a:gsLst>
                  <a:lin ang="5400000" scaled="0"/>
                </a:gradFill>
                <a:effectLst/>
                <a:uLnTx/>
                <a:uFillTx/>
                <a:ea typeface="Segoe UI" pitchFamily="34" charset="0"/>
                <a:cs typeface="Segoe UI" pitchFamily="34" charset="0"/>
              </a:rPr>
              <a:t>ASP.NET Core 1.0 app features:</a:t>
            </a:r>
          </a:p>
          <a:p>
            <a:pPr marL="0" marR="0" lvl="0" indent="0" algn="ctr" defTabSz="895923" eaLnBrk="1" fontAlgn="base" latinLnBrk="0" hangingPunct="1">
              <a:lnSpc>
                <a:spcPct val="90000"/>
              </a:lnSpc>
              <a:spcBef>
                <a:spcPct val="0"/>
              </a:spcBef>
              <a:spcAft>
                <a:spcPct val="0"/>
              </a:spcAft>
              <a:buClrTx/>
              <a:buSzTx/>
              <a:buFontTx/>
              <a:buNone/>
              <a:tabLst/>
              <a:defRPr/>
            </a:pPr>
            <a:r>
              <a:rPr kumimoji="0" lang="en-US" sz="1922" b="0" i="0" u="none" strike="noStrike" kern="0" cap="none" spc="0" normalizeH="0" baseline="0" noProof="0" dirty="0" smtClean="0">
                <a:ln>
                  <a:noFill/>
                </a:ln>
                <a:gradFill>
                  <a:gsLst>
                    <a:gs pos="0">
                      <a:srgbClr val="FFFFFF"/>
                    </a:gs>
                    <a:gs pos="100000">
                      <a:srgbClr val="FFFFFF"/>
                    </a:gs>
                  </a:gsLst>
                  <a:lin ang="5400000" scaled="0"/>
                </a:gradFill>
                <a:effectLst/>
                <a:uLnTx/>
                <a:uFillTx/>
                <a:ea typeface="Segoe UI" pitchFamily="34" charset="0"/>
                <a:cs typeface="Segoe UI" pitchFamily="34" charset="0"/>
              </a:rPr>
              <a:t>MVC, API, etc.</a:t>
            </a:r>
            <a:endParaRPr kumimoji="0" lang="en-US" sz="1922"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sp>
        <p:nvSpPr>
          <p:cNvPr id="17" name="Rectangle 16"/>
          <p:cNvSpPr/>
          <p:nvPr/>
        </p:nvSpPr>
        <p:spPr bwMode="auto">
          <a:xfrm>
            <a:off x="6381294" y="3894584"/>
            <a:ext cx="2276325" cy="484663"/>
          </a:xfrm>
          <a:prstGeom prst="rect">
            <a:avLst/>
          </a:prstGeom>
          <a:solidFill>
            <a:srgbClr val="3C454F"/>
          </a:solidFill>
          <a:ln w="25400" cap="flat" cmpd="sng" algn="ctr">
            <a:noFill/>
            <a:prstDash val="solid"/>
            <a:headEnd type="none" w="med" len="med"/>
            <a:tailEnd type="none" w="med" len="med"/>
          </a:ln>
          <a:effectLst/>
        </p:spPr>
        <p:txBody>
          <a:bodyPr vert="horz" wrap="square" lIns="716734" tIns="43892" rIns="87780" bIns="70223" numCol="1" rtlCol="0" anchor="t" anchorCtr="0" compatLnSpc="1">
            <a:prstTxWarp prst="textNoShape">
              <a:avLst/>
            </a:prstTxWarp>
          </a:bodyPr>
          <a:lstStyle/>
          <a:p>
            <a:pPr marL="0" marR="0" lvl="0" indent="0" defTabSz="895515" eaLnBrk="1" fontAlgn="auto" latinLnBrk="0" hangingPunct="1">
              <a:lnSpc>
                <a:spcPct val="100000"/>
              </a:lnSpc>
              <a:spcBef>
                <a:spcPts val="0"/>
              </a:spcBef>
              <a:spcAft>
                <a:spcPts val="0"/>
              </a:spcAft>
              <a:buClrTx/>
              <a:buSzTx/>
              <a:buFontTx/>
              <a:buNone/>
              <a:tabLst/>
              <a:defRPr/>
            </a:pPr>
            <a:r>
              <a:rPr kumimoji="0" lang="en-US" sz="1922" b="0" i="0" u="none" strike="noStrike" kern="0" cap="none" spc="0" normalizeH="0" baseline="0" noProof="0" dirty="0">
                <a:ln>
                  <a:noFill/>
                </a:ln>
                <a:gradFill>
                  <a:gsLst>
                    <a:gs pos="14679">
                      <a:srgbClr val="FFFFFF"/>
                    </a:gs>
                    <a:gs pos="38000">
                      <a:srgbClr val="FFFFFF"/>
                    </a:gs>
                  </a:gsLst>
                  <a:lin ang="5400000" scaled="1"/>
                </a:gradFill>
                <a:effectLst/>
                <a:uLnTx/>
                <a:uFillTx/>
              </a:rPr>
              <a:t>Core CLR</a:t>
            </a:r>
          </a:p>
        </p:txBody>
      </p:sp>
      <p:sp>
        <p:nvSpPr>
          <p:cNvPr id="18" name="Rectangle 17"/>
          <p:cNvSpPr/>
          <p:nvPr/>
        </p:nvSpPr>
        <p:spPr bwMode="auto">
          <a:xfrm>
            <a:off x="8707027" y="3904007"/>
            <a:ext cx="2195817" cy="475239"/>
          </a:xfrm>
          <a:prstGeom prst="rect">
            <a:avLst/>
          </a:prstGeom>
          <a:solidFill>
            <a:srgbClr val="3C454F"/>
          </a:solidFill>
          <a:ln w="25400" cap="flat" cmpd="sng" algn="ctr">
            <a:noFill/>
            <a:prstDash val="solid"/>
            <a:headEnd type="none" w="med" len="med"/>
            <a:tailEnd type="none" w="med" len="med"/>
          </a:ln>
          <a:effectLst/>
        </p:spPr>
        <p:txBody>
          <a:bodyPr vert="horz" wrap="square" lIns="716734" tIns="43892" rIns="87780" bIns="70223" numCol="1" rtlCol="0" anchor="t" anchorCtr="0" compatLnSpc="1">
            <a:prstTxWarp prst="textNoShape">
              <a:avLst/>
            </a:prstTxWarp>
          </a:bodyPr>
          <a:lstStyle/>
          <a:p>
            <a:pPr marL="0" marR="0" lvl="0" indent="0" defTabSz="895515" eaLnBrk="1" fontAlgn="auto" latinLnBrk="0" hangingPunct="1">
              <a:lnSpc>
                <a:spcPct val="100000"/>
              </a:lnSpc>
              <a:spcBef>
                <a:spcPts val="0"/>
              </a:spcBef>
              <a:spcAft>
                <a:spcPts val="0"/>
              </a:spcAft>
              <a:buClrTx/>
              <a:buSzTx/>
              <a:buFontTx/>
              <a:buNone/>
              <a:tabLst/>
              <a:defRPr/>
            </a:pPr>
            <a:r>
              <a:rPr kumimoji="0" lang="en-US" sz="1922" b="0" i="0" u="none" strike="noStrike" kern="0" cap="none" spc="0" normalizeH="0" baseline="0" noProof="0" dirty="0">
                <a:ln>
                  <a:noFill/>
                </a:ln>
                <a:gradFill>
                  <a:gsLst>
                    <a:gs pos="14679">
                      <a:srgbClr val="FFFFFF"/>
                    </a:gs>
                    <a:gs pos="38000">
                      <a:srgbClr val="FFFFFF"/>
                    </a:gs>
                  </a:gsLst>
                  <a:lin ang="5400000" scaled="1"/>
                </a:gradFill>
                <a:effectLst/>
                <a:uLnTx/>
                <a:uFillTx/>
              </a:rPr>
              <a:t>.Net Native</a:t>
            </a:r>
          </a:p>
        </p:txBody>
      </p:sp>
      <p:pic>
        <p:nvPicPr>
          <p:cNvPr id="19" name="Picture 6" descr="C:\temp\WinAzure_rgb_Wht_S.pn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3371" t="15460" r="80628" b="15496"/>
          <a:stretch/>
        </p:blipFill>
        <p:spPr bwMode="auto">
          <a:xfrm>
            <a:off x="8975138" y="3964942"/>
            <a:ext cx="338662" cy="343948"/>
          </a:xfrm>
          <a:prstGeom prst="rect">
            <a:avLst/>
          </a:prstGeom>
          <a:solidFill>
            <a:srgbClr val="3C454F"/>
          </a:solidFill>
          <a:extLst/>
        </p:spPr>
      </p:pic>
      <p:sp>
        <p:nvSpPr>
          <p:cNvPr id="20" name="Rectangle 19"/>
          <p:cNvSpPr/>
          <p:nvPr/>
        </p:nvSpPr>
        <p:spPr bwMode="auto">
          <a:xfrm>
            <a:off x="5149463" y="3344725"/>
            <a:ext cx="5753381" cy="495012"/>
          </a:xfrm>
          <a:prstGeom prst="rect">
            <a:avLst/>
          </a:prstGeom>
          <a:solidFill>
            <a:srgbClr val="652F8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35" tIns="140588" rIns="175735" bIns="140588" numCol="1" spcCol="0" rtlCol="0" fromWordArt="0" anchor="t" anchorCtr="0" forceAA="0" compatLnSpc="1">
            <a:prstTxWarp prst="textNoShape">
              <a:avLst/>
            </a:prstTxWarp>
            <a:noAutofit/>
          </a:bodyPr>
          <a:lstStyle/>
          <a:p>
            <a:pPr marL="0" marR="0" lvl="0" indent="0" algn="ctr" defTabSz="895923" eaLnBrk="1" fontAlgn="base" latinLnBrk="0" hangingPunct="1">
              <a:lnSpc>
                <a:spcPct val="90000"/>
              </a:lnSpc>
              <a:spcBef>
                <a:spcPct val="0"/>
              </a:spcBef>
              <a:spcAft>
                <a:spcPct val="0"/>
              </a:spcAft>
              <a:buClrTx/>
              <a:buSzTx/>
              <a:buFontTx/>
              <a:buNone/>
              <a:tabLst/>
              <a:defRPr/>
            </a:pPr>
            <a:r>
              <a:rPr kumimoji="0" lang="en-US" sz="1922" b="0" i="0" u="none" strike="noStrike" kern="0" cap="none" spc="0" normalizeH="0" baseline="0" noProof="0" dirty="0" smtClean="0">
                <a:ln>
                  <a:noFill/>
                </a:ln>
                <a:gradFill>
                  <a:gsLst>
                    <a:gs pos="0">
                      <a:srgbClr val="FFFFFF"/>
                    </a:gs>
                    <a:gs pos="100000">
                      <a:srgbClr val="FFFFFF"/>
                    </a:gs>
                  </a:gsLst>
                  <a:lin ang="5400000" scaled="0"/>
                </a:gradFill>
                <a:effectLst/>
                <a:uLnTx/>
                <a:uFillTx/>
                <a:ea typeface="Segoe UI" pitchFamily="34" charset="0"/>
                <a:cs typeface="Segoe UI" pitchFamily="34" charset="0"/>
              </a:rPr>
              <a:t>ASP.NET Core 1.0</a:t>
            </a:r>
            <a:endParaRPr kumimoji="0" lang="en-US" sz="1922"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sp>
        <p:nvSpPr>
          <p:cNvPr id="21" name="Rectangle 20"/>
          <p:cNvSpPr/>
          <p:nvPr/>
        </p:nvSpPr>
        <p:spPr bwMode="auto">
          <a:xfrm>
            <a:off x="3824746" y="2523496"/>
            <a:ext cx="1254995" cy="747994"/>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35" tIns="140588" rIns="175735" bIns="140588" numCol="1" spcCol="0" rtlCol="0" fromWordArt="0" anchor="t" anchorCtr="0" forceAA="0" compatLnSpc="1">
            <a:prstTxWarp prst="textNoShape">
              <a:avLst/>
            </a:prstTxWarp>
            <a:noAutofit/>
          </a:bodyPr>
          <a:lstStyle/>
          <a:p>
            <a:pPr marL="0" marR="0" lvl="0" indent="0" algn="ctr" defTabSz="895923" eaLnBrk="1" fontAlgn="base" latinLnBrk="0" hangingPunct="1">
              <a:lnSpc>
                <a:spcPct val="90000"/>
              </a:lnSpc>
              <a:spcBef>
                <a:spcPct val="0"/>
              </a:spcBef>
              <a:spcAft>
                <a:spcPct val="0"/>
              </a:spcAft>
              <a:buClrTx/>
              <a:buSzTx/>
              <a:buFontTx/>
              <a:buNone/>
              <a:tabLst/>
              <a:defRPr/>
            </a:pPr>
            <a:r>
              <a:rPr kumimoji="0" lang="en-US" sz="1922"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Web API 2.2</a:t>
            </a:r>
          </a:p>
        </p:txBody>
      </p:sp>
      <p:sp>
        <p:nvSpPr>
          <p:cNvPr id="22" name="Rectangle 21"/>
          <p:cNvSpPr/>
          <p:nvPr/>
        </p:nvSpPr>
        <p:spPr bwMode="auto">
          <a:xfrm>
            <a:off x="1210907" y="2532462"/>
            <a:ext cx="1279144" cy="747994"/>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35" tIns="140588" rIns="175735" bIns="140588" numCol="1" spcCol="0" rtlCol="0" fromWordArt="0" anchor="t" anchorCtr="0" forceAA="0" compatLnSpc="1">
            <a:prstTxWarp prst="textNoShape">
              <a:avLst/>
            </a:prstTxWarp>
            <a:noAutofit/>
          </a:bodyPr>
          <a:lstStyle/>
          <a:p>
            <a:pPr marL="0" marR="0" lvl="0" indent="0" algn="ctr" defTabSz="895923" eaLnBrk="1" fontAlgn="base" latinLnBrk="0" hangingPunct="1">
              <a:lnSpc>
                <a:spcPct val="90000"/>
              </a:lnSpc>
              <a:spcBef>
                <a:spcPct val="0"/>
              </a:spcBef>
              <a:spcAft>
                <a:spcPct val="0"/>
              </a:spcAft>
              <a:buClrTx/>
              <a:buSzTx/>
              <a:buFontTx/>
              <a:buNone/>
              <a:tabLst/>
              <a:defRPr/>
            </a:pPr>
            <a:r>
              <a:rPr kumimoji="0" lang="en-US" sz="1922"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Web</a:t>
            </a:r>
          </a:p>
          <a:p>
            <a:pPr marL="0" marR="0" lvl="0" indent="0" algn="ctr" defTabSz="895923" eaLnBrk="1" fontAlgn="base" latinLnBrk="0" hangingPunct="1">
              <a:lnSpc>
                <a:spcPct val="90000"/>
              </a:lnSpc>
              <a:spcBef>
                <a:spcPct val="0"/>
              </a:spcBef>
              <a:spcAft>
                <a:spcPct val="0"/>
              </a:spcAft>
              <a:buClrTx/>
              <a:buSzTx/>
              <a:buFontTx/>
              <a:buNone/>
              <a:tabLst/>
              <a:defRPr/>
            </a:pPr>
            <a:r>
              <a:rPr kumimoji="0" lang="en-US" sz="1922"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Forms</a:t>
            </a:r>
          </a:p>
        </p:txBody>
      </p:sp>
      <p:sp>
        <p:nvSpPr>
          <p:cNvPr id="23" name="Rectangle 22"/>
          <p:cNvSpPr/>
          <p:nvPr/>
        </p:nvSpPr>
        <p:spPr bwMode="auto">
          <a:xfrm>
            <a:off x="1222981" y="1536780"/>
            <a:ext cx="3868835" cy="443971"/>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35" tIns="140588" rIns="175735" bIns="140588" numCol="1" spcCol="0" rtlCol="0" fromWordArt="0" anchor="t" anchorCtr="0" forceAA="0" compatLnSpc="1">
            <a:prstTxWarp prst="textNoShape">
              <a:avLst/>
            </a:prstTxWarp>
            <a:noAutofit/>
          </a:bodyPr>
          <a:lstStyle/>
          <a:p>
            <a:pPr marL="0" marR="0" lvl="0" indent="0" algn="ctr" defTabSz="895923" eaLnBrk="1" fontAlgn="base" latinLnBrk="0" hangingPunct="1">
              <a:lnSpc>
                <a:spcPct val="90000"/>
              </a:lnSpc>
              <a:spcBef>
                <a:spcPct val="0"/>
              </a:spcBef>
              <a:spcAft>
                <a:spcPct val="0"/>
              </a:spcAft>
              <a:buClrTx/>
              <a:buSzTx/>
              <a:buFontTx/>
              <a:buNone/>
              <a:tabLst/>
              <a:defRPr/>
            </a:pPr>
            <a:r>
              <a:rPr kumimoji="0" lang="en-US" sz="1922"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Visual </a:t>
            </a:r>
            <a:r>
              <a:rPr kumimoji="0" lang="en-US" sz="1922" b="0" i="0" u="none" strike="noStrike" kern="0" cap="none" spc="0" normalizeH="0" baseline="0" noProof="0" dirty="0" smtClean="0">
                <a:ln>
                  <a:noFill/>
                </a:ln>
                <a:gradFill>
                  <a:gsLst>
                    <a:gs pos="0">
                      <a:srgbClr val="FFFFFF"/>
                    </a:gs>
                    <a:gs pos="100000">
                      <a:srgbClr val="FFFFFF"/>
                    </a:gs>
                  </a:gsLst>
                  <a:lin ang="5400000" scaled="0"/>
                </a:gradFill>
                <a:effectLst/>
                <a:uLnTx/>
                <a:uFillTx/>
                <a:ea typeface="Segoe UI" pitchFamily="34" charset="0"/>
                <a:cs typeface="Segoe UI" pitchFamily="34" charset="0"/>
              </a:rPr>
              <a:t>Basic</a:t>
            </a:r>
            <a:endParaRPr kumimoji="0" lang="en-US" sz="1922"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sp>
        <p:nvSpPr>
          <p:cNvPr id="24" name="Rectangle 23"/>
          <p:cNvSpPr/>
          <p:nvPr/>
        </p:nvSpPr>
        <p:spPr bwMode="auto">
          <a:xfrm>
            <a:off x="1222980" y="2033653"/>
            <a:ext cx="9686574" cy="432527"/>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35" tIns="140588" rIns="175735" bIns="140588" numCol="1" spcCol="0" rtlCol="0" fromWordArt="0" anchor="t" anchorCtr="0" forceAA="0" compatLnSpc="1">
            <a:prstTxWarp prst="textNoShape">
              <a:avLst/>
            </a:prstTxWarp>
            <a:noAutofit/>
          </a:bodyPr>
          <a:lstStyle/>
          <a:p>
            <a:pPr marL="0" marR="0" lvl="0" indent="0" algn="ctr" defTabSz="895923" eaLnBrk="1" fontAlgn="base" latinLnBrk="0" hangingPunct="1">
              <a:lnSpc>
                <a:spcPct val="90000"/>
              </a:lnSpc>
              <a:spcBef>
                <a:spcPct val="0"/>
              </a:spcBef>
              <a:spcAft>
                <a:spcPct val="0"/>
              </a:spcAft>
              <a:buClrTx/>
              <a:buSzTx/>
              <a:buFontTx/>
              <a:buNone/>
              <a:tabLst/>
              <a:defRPr/>
            </a:pPr>
            <a:r>
              <a:rPr kumimoji="0" lang="en-US" sz="1922"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C#</a:t>
            </a:r>
          </a:p>
        </p:txBody>
      </p:sp>
      <p:sp>
        <p:nvSpPr>
          <p:cNvPr id="25" name="Rectangle 24"/>
          <p:cNvSpPr/>
          <p:nvPr/>
        </p:nvSpPr>
        <p:spPr bwMode="auto">
          <a:xfrm>
            <a:off x="5149463" y="1536780"/>
            <a:ext cx="5753381" cy="443971"/>
          </a:xfrm>
          <a:prstGeom prst="rect">
            <a:avLst/>
          </a:prstGeom>
          <a:solidFill>
            <a:schemeClr val="accent2">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35" tIns="140588" rIns="175735" bIns="140588" numCol="1" spcCol="0" rtlCol="0" fromWordArt="0" anchor="t" anchorCtr="0" forceAA="0" compatLnSpc="1">
            <a:prstTxWarp prst="textNoShape">
              <a:avLst/>
            </a:prstTxWarp>
            <a:noAutofit/>
          </a:bodyPr>
          <a:lstStyle/>
          <a:p>
            <a:pPr marL="0" marR="0" lvl="0" indent="0" algn="ctr" defTabSz="895923" eaLnBrk="1" fontAlgn="base" latinLnBrk="0" hangingPunct="1">
              <a:lnSpc>
                <a:spcPct val="90000"/>
              </a:lnSpc>
              <a:spcBef>
                <a:spcPct val="0"/>
              </a:spcBef>
              <a:spcAft>
                <a:spcPct val="0"/>
              </a:spcAft>
              <a:buClrTx/>
              <a:buSzTx/>
              <a:buFontTx/>
              <a:buNone/>
              <a:tabLst/>
              <a:defRPr/>
            </a:pPr>
            <a:r>
              <a:rPr kumimoji="0" lang="en-US" sz="1922"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Visual </a:t>
            </a:r>
            <a:r>
              <a:rPr kumimoji="0" lang="en-US" sz="1922" b="0" i="0" u="none" strike="noStrike" kern="0" cap="none" spc="0" normalizeH="0" baseline="0" noProof="0" dirty="0" smtClean="0">
                <a:ln>
                  <a:noFill/>
                </a:ln>
                <a:gradFill>
                  <a:gsLst>
                    <a:gs pos="0">
                      <a:srgbClr val="FFFFFF"/>
                    </a:gs>
                    <a:gs pos="100000">
                      <a:srgbClr val="FFFFFF"/>
                    </a:gs>
                  </a:gsLst>
                  <a:lin ang="5400000" scaled="0"/>
                </a:gradFill>
                <a:effectLst/>
                <a:uLnTx/>
                <a:uFillTx/>
                <a:ea typeface="Segoe UI" pitchFamily="34" charset="0"/>
                <a:cs typeface="Segoe UI" pitchFamily="34" charset="0"/>
              </a:rPr>
              <a:t>Basic </a:t>
            </a:r>
            <a:r>
              <a:rPr kumimoji="0" lang="en-US" sz="1922" b="0" i="0" u="none" strike="noStrike" kern="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(coming soon)</a:t>
            </a:r>
          </a:p>
        </p:txBody>
      </p:sp>
    </p:spTree>
    <p:extLst>
      <p:ext uri="{BB962C8B-B14F-4D97-AF65-F5344CB8AC3E}">
        <p14:creationId xmlns:p14="http://schemas.microsoft.com/office/powerpoint/2010/main" val="2455548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119834" y="2009661"/>
            <a:ext cx="11877629" cy="2807885"/>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882" b="0" i="0" u="none" strike="noStrike" kern="0" cap="none" spc="0" normalizeH="0" baseline="0" noProof="0" dirty="0" smtClean="0">
                <a:ln>
                  <a:noFill/>
                </a:ln>
                <a:solidFill>
                  <a:schemeClr val="bg1"/>
                </a:solidFill>
                <a:effectLst/>
                <a:uLnTx/>
                <a:uFillTx/>
                <a:latin typeface="+mj-lt"/>
              </a:rPr>
              <a:t>Now MVC and Web API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882" b="0" i="0" u="none" strike="noStrike" kern="0" cap="none" spc="0" normalizeH="0" baseline="0" noProof="0" dirty="0" smtClean="0">
                <a:ln>
                  <a:noFill/>
                </a:ln>
                <a:solidFill>
                  <a:schemeClr val="bg1"/>
                </a:solidFill>
                <a:effectLst/>
                <a:uLnTx/>
                <a:uFillTx/>
                <a:latin typeface="+mj-lt"/>
              </a:rPr>
              <a:t>are just features of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882" b="0" i="0" u="none" strike="noStrike" kern="0" cap="none" spc="0" normalizeH="0" baseline="0" noProof="0" dirty="0" smtClean="0">
                <a:ln>
                  <a:noFill/>
                </a:ln>
                <a:solidFill>
                  <a:schemeClr val="bg1"/>
                </a:solidFill>
                <a:effectLst/>
                <a:uLnTx/>
                <a:uFillTx/>
                <a:latin typeface="+mj-lt"/>
              </a:rPr>
              <a:t>ASP.NET Core</a:t>
            </a:r>
            <a:endParaRPr kumimoji="0" lang="en-US" sz="5882" b="0" i="0" u="none" strike="noStrike" kern="0" cap="none" spc="0" normalizeH="0" baseline="0" noProof="0" dirty="0">
              <a:ln>
                <a:noFill/>
              </a:ln>
              <a:solidFill>
                <a:schemeClr val="bg1"/>
              </a:solidFill>
              <a:effectLst/>
              <a:uLnTx/>
              <a:uFillTx/>
              <a:latin typeface="+mj-lt"/>
            </a:endParaRPr>
          </a:p>
        </p:txBody>
      </p:sp>
    </p:spTree>
    <p:extLst>
      <p:ext uri="{BB962C8B-B14F-4D97-AF65-F5344CB8AC3E}">
        <p14:creationId xmlns:p14="http://schemas.microsoft.com/office/powerpoint/2010/main" val="3942381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ASP.NET Core 1.0</a:t>
            </a:r>
            <a:endParaRPr lang="en-US" dirty="0"/>
          </a:p>
        </p:txBody>
      </p:sp>
      <p:sp>
        <p:nvSpPr>
          <p:cNvPr id="3" name="Text Placeholder 2"/>
          <p:cNvSpPr>
            <a:spLocks noGrp="1"/>
          </p:cNvSpPr>
          <p:nvPr>
            <p:ph type="body" sz="quarter" idx="11"/>
          </p:nvPr>
        </p:nvSpPr>
        <p:spPr>
          <a:xfrm>
            <a:off x="560798" y="1742059"/>
            <a:ext cx="11655840" cy="4706930"/>
          </a:xfrm>
        </p:spPr>
        <p:txBody>
          <a:bodyPr/>
          <a:lstStyle/>
          <a:p>
            <a:r>
              <a:rPr lang="en-US" dirty="0" smtClean="0"/>
              <a:t>One set of concepts – remove duplication</a:t>
            </a:r>
          </a:p>
          <a:p>
            <a:r>
              <a:rPr lang="en-US" dirty="0" smtClean="0"/>
              <a:t>Web UI and Web APIs</a:t>
            </a:r>
          </a:p>
          <a:p>
            <a:r>
              <a:rPr lang="en-US" dirty="0" smtClean="0"/>
              <a:t>Smooth transition from Web Pages to MVC (future)</a:t>
            </a:r>
          </a:p>
          <a:p>
            <a:r>
              <a:rPr lang="en-US" dirty="0" smtClean="0"/>
              <a:t>Built DI first</a:t>
            </a:r>
          </a:p>
          <a:p>
            <a:r>
              <a:rPr lang="en-US" dirty="0" smtClean="0"/>
              <a:t>Runs on IIS or self-hosted</a:t>
            </a:r>
          </a:p>
        </p:txBody>
      </p:sp>
    </p:spTree>
    <p:extLst>
      <p:ext uri="{BB962C8B-B14F-4D97-AF65-F5344CB8AC3E}">
        <p14:creationId xmlns:p14="http://schemas.microsoft.com/office/powerpoint/2010/main" val="2790309225"/>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ASP.NET Core 1.0 </a:t>
            </a:r>
            <a:r>
              <a:rPr lang="en-US" dirty="0" smtClean="0"/>
              <a:t>– Key Values</a:t>
            </a:r>
            <a:endParaRPr lang="en-US" dirty="0"/>
          </a:p>
        </p:txBody>
      </p:sp>
      <p:sp>
        <p:nvSpPr>
          <p:cNvPr id="4" name="Rectangle 3"/>
          <p:cNvSpPr/>
          <p:nvPr/>
        </p:nvSpPr>
        <p:spPr>
          <a:xfrm>
            <a:off x="7662870" y="3140158"/>
            <a:ext cx="3394233" cy="93535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745" b="0" i="0" u="none" strike="noStrike" kern="0" cap="none" spc="0" normalizeH="0" baseline="0" noProof="0" dirty="0">
                <a:ln>
                  <a:noFill/>
                </a:ln>
                <a:solidFill>
                  <a:srgbClr val="FFFFFF"/>
                </a:solidFill>
                <a:effectLst/>
                <a:uLnTx/>
                <a:uFillTx/>
              </a:rPr>
              <a:t>Choose your Editors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745" b="0" i="0" u="none" strike="noStrike" kern="0" cap="none" spc="0" normalizeH="0" baseline="0" noProof="0" dirty="0">
                <a:ln>
                  <a:noFill/>
                </a:ln>
                <a:solidFill>
                  <a:srgbClr val="FFFFFF"/>
                </a:solidFill>
                <a:effectLst/>
                <a:uLnTx/>
                <a:uFillTx/>
              </a:rPr>
              <a:t>and Tools</a:t>
            </a:r>
          </a:p>
        </p:txBody>
      </p:sp>
      <p:sp>
        <p:nvSpPr>
          <p:cNvPr id="5" name="Rectangle 4"/>
          <p:cNvSpPr/>
          <p:nvPr/>
        </p:nvSpPr>
        <p:spPr>
          <a:xfrm>
            <a:off x="1922570" y="4421187"/>
            <a:ext cx="3052151" cy="93535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745" b="0" i="0" u="none" strike="noStrike" kern="0" cap="none" spc="0" normalizeH="0" baseline="0" noProof="0" dirty="0">
                <a:ln>
                  <a:noFill/>
                </a:ln>
                <a:solidFill>
                  <a:srgbClr val="FFFFFF"/>
                </a:solidFill>
                <a:effectLst/>
                <a:uLnTx/>
                <a:uFillTx/>
              </a:rPr>
              <a:t>Open Source </a:t>
            </a:r>
            <a:br>
              <a:rPr kumimoji="0" lang="en-US" sz="2745" b="0" i="0" u="none" strike="noStrike" kern="0" cap="none" spc="0" normalizeH="0" baseline="0" noProof="0" dirty="0">
                <a:ln>
                  <a:noFill/>
                </a:ln>
                <a:solidFill>
                  <a:srgbClr val="FFFFFF"/>
                </a:solidFill>
                <a:effectLst/>
                <a:uLnTx/>
                <a:uFillTx/>
              </a:rPr>
            </a:br>
            <a:r>
              <a:rPr kumimoji="0" lang="en-US" sz="2745" b="0" i="0" u="none" strike="noStrike" kern="0" cap="none" spc="0" normalizeH="0" baseline="0" noProof="0" dirty="0">
                <a:ln>
                  <a:noFill/>
                </a:ln>
                <a:solidFill>
                  <a:srgbClr val="FFFFFF"/>
                </a:solidFill>
                <a:effectLst/>
                <a:uLnTx/>
                <a:uFillTx/>
              </a:rPr>
              <a:t>with Contributions</a:t>
            </a:r>
          </a:p>
        </p:txBody>
      </p:sp>
      <p:sp>
        <p:nvSpPr>
          <p:cNvPr id="6" name="Rectangle 5"/>
          <p:cNvSpPr/>
          <p:nvPr/>
        </p:nvSpPr>
        <p:spPr>
          <a:xfrm>
            <a:off x="7601846" y="4665751"/>
            <a:ext cx="2484213" cy="51293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745" b="0" i="0" u="none" strike="noStrike" kern="0" cap="none" spc="0" normalizeH="0" baseline="0" noProof="0" dirty="0">
                <a:ln>
                  <a:noFill/>
                </a:ln>
                <a:solidFill>
                  <a:srgbClr val="FFFFFF"/>
                </a:solidFill>
                <a:effectLst/>
                <a:uLnTx/>
                <a:uFillTx/>
              </a:rPr>
              <a:t>Cross-Platform</a:t>
            </a:r>
          </a:p>
        </p:txBody>
      </p:sp>
      <p:grpSp>
        <p:nvGrpSpPr>
          <p:cNvPr id="7" name="Group 6"/>
          <p:cNvGrpSpPr/>
          <p:nvPr/>
        </p:nvGrpSpPr>
        <p:grpSpPr>
          <a:xfrm>
            <a:off x="6651632" y="4479691"/>
            <a:ext cx="888525" cy="850502"/>
            <a:chOff x="2211181" y="1874910"/>
            <a:chExt cx="609600" cy="594360"/>
          </a:xfrm>
        </p:grpSpPr>
        <p:sp>
          <p:nvSpPr>
            <p:cNvPr id="8" name="Oval 7"/>
            <p:cNvSpPr/>
            <p:nvPr/>
          </p:nvSpPr>
          <p:spPr bwMode="auto">
            <a:xfrm>
              <a:off x="2211181" y="1874910"/>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eaLnBrk="1" fontAlgn="base" latinLnBrk="0" hangingPunct="1">
                <a:lnSpc>
                  <a:spcPct val="90000"/>
                </a:lnSpc>
                <a:spcBef>
                  <a:spcPct val="0"/>
                </a:spcBef>
                <a:spcAft>
                  <a:spcPct val="0"/>
                </a:spcAft>
                <a:buClrTx/>
                <a:buSzTx/>
                <a:buFontTx/>
                <a:buNone/>
                <a:tabLst/>
                <a:defRPr/>
              </a:pPr>
              <a:endParaRPr kumimoji="0" lang="en-US" sz="2745"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pic>
          <p:nvPicPr>
            <p:cNvPr id="9" name="Picture 6" descr="C:\temp\WinAzure_rgb_Wht_S.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371" t="15460" r="80628" b="15496"/>
            <a:stretch/>
          </p:blipFill>
          <p:spPr bwMode="auto">
            <a:xfrm>
              <a:off x="2404459" y="1943117"/>
              <a:ext cx="210181" cy="21742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http://files.softicons.com/download/system-icons/windows-8-metro-icons-by-dakirby309/png/512x512/Folders%20&amp;%20OS/Linux.png"/>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520482" y="2147586"/>
              <a:ext cx="242063" cy="242063"/>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a:grpSpLocks noChangeAspect="1"/>
            </p:cNvGrpSpPr>
            <p:nvPr/>
          </p:nvGrpSpPr>
          <p:grpSpPr bwMode="auto">
            <a:xfrm>
              <a:off x="2314492" y="2130536"/>
              <a:ext cx="197134" cy="235237"/>
              <a:chOff x="3485" y="1766"/>
              <a:chExt cx="745" cy="889"/>
            </a:xfrm>
          </p:grpSpPr>
          <p:sp>
            <p:nvSpPr>
              <p:cNvPr id="12" name="Freeform 11"/>
              <p:cNvSpPr>
                <a:spLocks/>
              </p:cNvSpPr>
              <p:nvPr/>
            </p:nvSpPr>
            <p:spPr bwMode="auto">
              <a:xfrm>
                <a:off x="3485" y="2008"/>
                <a:ext cx="745" cy="647"/>
              </a:xfrm>
              <a:custGeom>
                <a:avLst/>
                <a:gdLst>
                  <a:gd name="T0" fmla="*/ 296 w 296"/>
                  <a:gd name="T1" fmla="*/ 167 h 256"/>
                  <a:gd name="T2" fmla="*/ 274 w 296"/>
                  <a:gd name="T3" fmla="*/ 207 h 256"/>
                  <a:gd name="T4" fmla="*/ 216 w 296"/>
                  <a:gd name="T5" fmla="*/ 256 h 256"/>
                  <a:gd name="T6" fmla="*/ 159 w 296"/>
                  <a:gd name="T7" fmla="*/ 242 h 256"/>
                  <a:gd name="T8" fmla="*/ 101 w 296"/>
                  <a:gd name="T9" fmla="*/ 256 h 256"/>
                  <a:gd name="T10" fmla="*/ 44 w 296"/>
                  <a:gd name="T11" fmla="*/ 210 h 256"/>
                  <a:gd name="T12" fmla="*/ 24 w 296"/>
                  <a:gd name="T13" fmla="*/ 42 h 256"/>
                  <a:gd name="T14" fmla="*/ 94 w 296"/>
                  <a:gd name="T15" fmla="*/ 0 h 256"/>
                  <a:gd name="T16" fmla="*/ 158 w 296"/>
                  <a:gd name="T17" fmla="*/ 15 h 256"/>
                  <a:gd name="T18" fmla="*/ 222 w 296"/>
                  <a:gd name="T19" fmla="*/ 0 h 256"/>
                  <a:gd name="T20" fmla="*/ 286 w 296"/>
                  <a:gd name="T21" fmla="*/ 34 h 256"/>
                  <a:gd name="T22" fmla="*/ 296 w 296"/>
                  <a:gd name="T23" fmla="*/ 16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6" h="256">
                    <a:moveTo>
                      <a:pt x="296" y="167"/>
                    </a:moveTo>
                    <a:cubicBezTo>
                      <a:pt x="288" y="184"/>
                      <a:pt x="284" y="192"/>
                      <a:pt x="274" y="207"/>
                    </a:cubicBezTo>
                    <a:cubicBezTo>
                      <a:pt x="260" y="229"/>
                      <a:pt x="240" y="255"/>
                      <a:pt x="216" y="256"/>
                    </a:cubicBezTo>
                    <a:cubicBezTo>
                      <a:pt x="194" y="256"/>
                      <a:pt x="188" y="241"/>
                      <a:pt x="159" y="242"/>
                    </a:cubicBezTo>
                    <a:cubicBezTo>
                      <a:pt x="129" y="242"/>
                      <a:pt x="123" y="256"/>
                      <a:pt x="101" y="256"/>
                    </a:cubicBezTo>
                    <a:cubicBezTo>
                      <a:pt x="76" y="255"/>
                      <a:pt x="58" y="231"/>
                      <a:pt x="44" y="210"/>
                    </a:cubicBezTo>
                    <a:cubicBezTo>
                      <a:pt x="4" y="150"/>
                      <a:pt x="0" y="80"/>
                      <a:pt x="24" y="42"/>
                    </a:cubicBezTo>
                    <a:cubicBezTo>
                      <a:pt x="42" y="16"/>
                      <a:pt x="69" y="0"/>
                      <a:pt x="94" y="0"/>
                    </a:cubicBezTo>
                    <a:cubicBezTo>
                      <a:pt x="120" y="0"/>
                      <a:pt x="137" y="15"/>
                      <a:pt x="158" y="15"/>
                    </a:cubicBezTo>
                    <a:cubicBezTo>
                      <a:pt x="179" y="15"/>
                      <a:pt x="192" y="0"/>
                      <a:pt x="222" y="0"/>
                    </a:cubicBezTo>
                    <a:cubicBezTo>
                      <a:pt x="245" y="0"/>
                      <a:pt x="269" y="13"/>
                      <a:pt x="286" y="34"/>
                    </a:cubicBezTo>
                    <a:cubicBezTo>
                      <a:pt x="230" y="65"/>
                      <a:pt x="239" y="145"/>
                      <a:pt x="296" y="167"/>
                    </a:cubicBezTo>
                    <a:close/>
                  </a:path>
                </a:pathLst>
              </a:custGeom>
              <a:solidFill>
                <a:srgbClr val="FFFFFF"/>
              </a:solidFill>
              <a:ln>
                <a:noFill/>
              </a:ln>
              <a:extLst/>
            </p:spPr>
            <p:txBody>
              <a:bodyPr vert="horz" wrap="square" lIns="89642" tIns="44821" rIns="89642" bIns="44821" numCol="1" anchor="t" anchorCtr="0" compatLnSpc="1">
                <a:prstTxWarp prst="textNoShape">
                  <a:avLst/>
                </a:prstTxWarp>
              </a:bodyPr>
              <a:lstStyle/>
              <a:p>
                <a:pPr marL="0" marR="0" lvl="0" indent="0" defTabSz="89635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a:ln>
                    <a:noFill/>
                  </a:ln>
                  <a:solidFill>
                    <a:srgbClr val="000000"/>
                  </a:solidFill>
                  <a:effectLst/>
                  <a:uLnTx/>
                  <a:uFillTx/>
                </a:endParaRPr>
              </a:p>
            </p:txBody>
          </p:sp>
          <p:sp>
            <p:nvSpPr>
              <p:cNvPr id="13" name="Freeform 12"/>
              <p:cNvSpPr>
                <a:spLocks/>
              </p:cNvSpPr>
              <p:nvPr/>
            </p:nvSpPr>
            <p:spPr bwMode="auto">
              <a:xfrm>
                <a:off x="3825" y="1766"/>
                <a:ext cx="175" cy="191"/>
              </a:xfrm>
              <a:custGeom>
                <a:avLst/>
                <a:gdLst>
                  <a:gd name="T0" fmla="*/ 55 w 74"/>
                  <a:gd name="T1" fmla="*/ 54 h 81"/>
                  <a:gd name="T2" fmla="*/ 71 w 74"/>
                  <a:gd name="T3" fmla="*/ 0 h 81"/>
                  <a:gd name="T4" fmla="*/ 20 w 74"/>
                  <a:gd name="T5" fmla="*/ 28 h 81"/>
                  <a:gd name="T6" fmla="*/ 4 w 74"/>
                  <a:gd name="T7" fmla="*/ 81 h 81"/>
                  <a:gd name="T8" fmla="*/ 55 w 74"/>
                  <a:gd name="T9" fmla="*/ 54 h 81"/>
                </a:gdLst>
                <a:ahLst/>
                <a:cxnLst>
                  <a:cxn ang="0">
                    <a:pos x="T0" y="T1"/>
                  </a:cxn>
                  <a:cxn ang="0">
                    <a:pos x="T2" y="T3"/>
                  </a:cxn>
                  <a:cxn ang="0">
                    <a:pos x="T4" y="T5"/>
                  </a:cxn>
                  <a:cxn ang="0">
                    <a:pos x="T6" y="T7"/>
                  </a:cxn>
                  <a:cxn ang="0">
                    <a:pos x="T8" y="T9"/>
                  </a:cxn>
                </a:cxnLst>
                <a:rect l="0" t="0" r="r" b="b"/>
                <a:pathLst>
                  <a:path w="74" h="81">
                    <a:moveTo>
                      <a:pt x="55" y="54"/>
                    </a:moveTo>
                    <a:cubicBezTo>
                      <a:pt x="66" y="40"/>
                      <a:pt x="74" y="21"/>
                      <a:pt x="71" y="0"/>
                    </a:cubicBezTo>
                    <a:cubicBezTo>
                      <a:pt x="54" y="2"/>
                      <a:pt x="33" y="13"/>
                      <a:pt x="20" y="28"/>
                    </a:cubicBezTo>
                    <a:cubicBezTo>
                      <a:pt x="9" y="41"/>
                      <a:pt x="0" y="61"/>
                      <a:pt x="4" y="81"/>
                    </a:cubicBezTo>
                    <a:cubicBezTo>
                      <a:pt x="23" y="81"/>
                      <a:pt x="44" y="70"/>
                      <a:pt x="55" y="54"/>
                    </a:cubicBezTo>
                    <a:close/>
                  </a:path>
                </a:pathLst>
              </a:custGeom>
              <a:solidFill>
                <a:srgbClr val="FFFFFF"/>
              </a:solidFill>
              <a:ln>
                <a:noFill/>
              </a:ln>
              <a:extLst/>
            </p:spPr>
            <p:txBody>
              <a:bodyPr vert="horz" wrap="square" lIns="89642" tIns="44821" rIns="89642" bIns="44821" numCol="1" anchor="t" anchorCtr="0" compatLnSpc="1">
                <a:prstTxWarp prst="textNoShape">
                  <a:avLst/>
                </a:prstTxWarp>
              </a:bodyPr>
              <a:lstStyle/>
              <a:p>
                <a:pPr marL="0" marR="0" lvl="0" indent="0" defTabSz="89635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a:ln>
                    <a:noFill/>
                  </a:ln>
                  <a:solidFill>
                    <a:srgbClr val="000000"/>
                  </a:solidFill>
                  <a:effectLst/>
                  <a:uLnTx/>
                  <a:uFillTx/>
                </a:endParaRPr>
              </a:p>
            </p:txBody>
          </p:sp>
        </p:grpSp>
      </p:grpSp>
      <p:grpSp>
        <p:nvGrpSpPr>
          <p:cNvPr id="14" name="Group 13"/>
          <p:cNvGrpSpPr/>
          <p:nvPr/>
        </p:nvGrpSpPr>
        <p:grpSpPr>
          <a:xfrm>
            <a:off x="6661253" y="3116111"/>
            <a:ext cx="888525" cy="850502"/>
            <a:chOff x="2199148" y="3390553"/>
            <a:chExt cx="609600" cy="594360"/>
          </a:xfrm>
        </p:grpSpPr>
        <p:sp>
          <p:nvSpPr>
            <p:cNvPr id="15" name="Oval 14"/>
            <p:cNvSpPr/>
            <p:nvPr/>
          </p:nvSpPr>
          <p:spPr bwMode="auto">
            <a:xfrm>
              <a:off x="2199148" y="3390553"/>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eaLnBrk="1" fontAlgn="base" latinLnBrk="0" hangingPunct="1">
                <a:lnSpc>
                  <a:spcPct val="90000"/>
                </a:lnSpc>
                <a:spcBef>
                  <a:spcPct val="0"/>
                </a:spcBef>
                <a:spcAft>
                  <a:spcPct val="0"/>
                </a:spcAft>
                <a:buClrTx/>
                <a:buSzTx/>
                <a:buFontTx/>
                <a:buNone/>
                <a:tabLst/>
                <a:defRPr/>
              </a:pPr>
              <a:endParaRPr kumimoji="0" lang="en-US" sz="2745"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sp>
          <p:nvSpPr>
            <p:cNvPr id="16" name="Freeform 110"/>
            <p:cNvSpPr>
              <a:spLocks noEditPoints="1"/>
            </p:cNvSpPr>
            <p:nvPr/>
          </p:nvSpPr>
          <p:spPr bwMode="black">
            <a:xfrm>
              <a:off x="2413059" y="3555351"/>
              <a:ext cx="255468" cy="257688"/>
            </a:xfrm>
            <a:custGeom>
              <a:avLst/>
              <a:gdLst>
                <a:gd name="T0" fmla="*/ 9 w 70"/>
                <a:gd name="T1" fmla="*/ 68 h 70"/>
                <a:gd name="T2" fmla="*/ 10 w 70"/>
                <a:gd name="T3" fmla="*/ 66 h 70"/>
                <a:gd name="T4" fmla="*/ 4 w 70"/>
                <a:gd name="T5" fmla="*/ 60 h 70"/>
                <a:gd name="T6" fmla="*/ 2 w 70"/>
                <a:gd name="T7" fmla="*/ 61 h 70"/>
                <a:gd name="T8" fmla="*/ 0 w 70"/>
                <a:gd name="T9" fmla="*/ 68 h 70"/>
                <a:gd name="T10" fmla="*/ 2 w 70"/>
                <a:gd name="T11" fmla="*/ 70 h 70"/>
                <a:gd name="T12" fmla="*/ 9 w 70"/>
                <a:gd name="T13" fmla="*/ 68 h 70"/>
                <a:gd name="T14" fmla="*/ 64 w 70"/>
                <a:gd name="T15" fmla="*/ 6 h 70"/>
                <a:gd name="T16" fmla="*/ 52 w 70"/>
                <a:gd name="T17" fmla="*/ 4 h 70"/>
                <a:gd name="T18" fmla="*/ 49 w 70"/>
                <a:gd name="T19" fmla="*/ 7 h 70"/>
                <a:gd name="T20" fmla="*/ 49 w 70"/>
                <a:gd name="T21" fmla="*/ 11 h 70"/>
                <a:gd name="T22" fmla="*/ 60 w 70"/>
                <a:gd name="T23" fmla="*/ 21 h 70"/>
                <a:gd name="T24" fmla="*/ 63 w 70"/>
                <a:gd name="T25" fmla="*/ 21 h 70"/>
                <a:gd name="T26" fmla="*/ 66 w 70"/>
                <a:gd name="T27" fmla="*/ 18 h 70"/>
                <a:gd name="T28" fmla="*/ 64 w 70"/>
                <a:gd name="T29" fmla="*/ 6 h 70"/>
                <a:gd name="T30" fmla="*/ 22 w 70"/>
                <a:gd name="T31" fmla="*/ 62 h 70"/>
                <a:gd name="T32" fmla="*/ 19 w 70"/>
                <a:gd name="T33" fmla="*/ 62 h 70"/>
                <a:gd name="T34" fmla="*/ 8 w 70"/>
                <a:gd name="T35" fmla="*/ 51 h 70"/>
                <a:gd name="T36" fmla="*/ 8 w 70"/>
                <a:gd name="T37" fmla="*/ 48 h 70"/>
                <a:gd name="T38" fmla="*/ 42 w 70"/>
                <a:gd name="T39" fmla="*/ 14 h 70"/>
                <a:gd name="T40" fmla="*/ 45 w 70"/>
                <a:gd name="T41" fmla="*/ 14 h 70"/>
                <a:gd name="T42" fmla="*/ 56 w 70"/>
                <a:gd name="T43" fmla="*/ 25 h 70"/>
                <a:gd name="T44" fmla="*/ 56 w 70"/>
                <a:gd name="T45" fmla="*/ 28 h 70"/>
                <a:gd name="T46" fmla="*/ 22 w 70"/>
                <a:gd name="T47" fmla="*/ 6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 h="70">
                  <a:moveTo>
                    <a:pt x="9" y="68"/>
                  </a:moveTo>
                  <a:cubicBezTo>
                    <a:pt x="10" y="67"/>
                    <a:pt x="11" y="67"/>
                    <a:pt x="10" y="66"/>
                  </a:cubicBezTo>
                  <a:cubicBezTo>
                    <a:pt x="4" y="60"/>
                    <a:pt x="4" y="60"/>
                    <a:pt x="4" y="60"/>
                  </a:cubicBezTo>
                  <a:cubicBezTo>
                    <a:pt x="4" y="59"/>
                    <a:pt x="3" y="60"/>
                    <a:pt x="2" y="61"/>
                  </a:cubicBezTo>
                  <a:cubicBezTo>
                    <a:pt x="0" y="68"/>
                    <a:pt x="0" y="68"/>
                    <a:pt x="0" y="68"/>
                  </a:cubicBezTo>
                  <a:cubicBezTo>
                    <a:pt x="0" y="69"/>
                    <a:pt x="1" y="70"/>
                    <a:pt x="2" y="70"/>
                  </a:cubicBezTo>
                  <a:lnTo>
                    <a:pt x="9" y="68"/>
                  </a:lnTo>
                  <a:close/>
                  <a:moveTo>
                    <a:pt x="64" y="6"/>
                  </a:moveTo>
                  <a:cubicBezTo>
                    <a:pt x="58" y="0"/>
                    <a:pt x="52" y="4"/>
                    <a:pt x="52" y="4"/>
                  </a:cubicBezTo>
                  <a:cubicBezTo>
                    <a:pt x="51" y="5"/>
                    <a:pt x="50" y="6"/>
                    <a:pt x="49" y="7"/>
                  </a:cubicBezTo>
                  <a:cubicBezTo>
                    <a:pt x="48" y="8"/>
                    <a:pt x="48" y="10"/>
                    <a:pt x="49" y="11"/>
                  </a:cubicBezTo>
                  <a:cubicBezTo>
                    <a:pt x="60" y="21"/>
                    <a:pt x="60" y="21"/>
                    <a:pt x="60" y="21"/>
                  </a:cubicBezTo>
                  <a:cubicBezTo>
                    <a:pt x="60" y="22"/>
                    <a:pt x="62" y="22"/>
                    <a:pt x="63" y="21"/>
                  </a:cubicBezTo>
                  <a:cubicBezTo>
                    <a:pt x="64" y="20"/>
                    <a:pt x="65" y="19"/>
                    <a:pt x="66" y="18"/>
                  </a:cubicBezTo>
                  <a:cubicBezTo>
                    <a:pt x="66" y="18"/>
                    <a:pt x="70" y="12"/>
                    <a:pt x="64" y="6"/>
                  </a:cubicBezTo>
                  <a:moveTo>
                    <a:pt x="22" y="62"/>
                  </a:moveTo>
                  <a:cubicBezTo>
                    <a:pt x="21" y="63"/>
                    <a:pt x="20" y="63"/>
                    <a:pt x="19" y="62"/>
                  </a:cubicBezTo>
                  <a:cubicBezTo>
                    <a:pt x="8" y="51"/>
                    <a:pt x="8" y="51"/>
                    <a:pt x="8" y="51"/>
                  </a:cubicBezTo>
                  <a:cubicBezTo>
                    <a:pt x="7" y="51"/>
                    <a:pt x="7" y="49"/>
                    <a:pt x="8" y="48"/>
                  </a:cubicBezTo>
                  <a:cubicBezTo>
                    <a:pt x="42" y="14"/>
                    <a:pt x="42" y="14"/>
                    <a:pt x="42" y="14"/>
                  </a:cubicBezTo>
                  <a:cubicBezTo>
                    <a:pt x="43" y="13"/>
                    <a:pt x="44" y="13"/>
                    <a:pt x="45" y="14"/>
                  </a:cubicBezTo>
                  <a:cubicBezTo>
                    <a:pt x="56" y="25"/>
                    <a:pt x="56" y="25"/>
                    <a:pt x="56" y="25"/>
                  </a:cubicBezTo>
                  <a:cubicBezTo>
                    <a:pt x="57" y="26"/>
                    <a:pt x="57" y="27"/>
                    <a:pt x="56" y="28"/>
                  </a:cubicBezTo>
                  <a:lnTo>
                    <a:pt x="22" y="62"/>
                  </a:lnTo>
                  <a:close/>
                </a:path>
              </a:pathLst>
            </a:custGeom>
            <a:solidFill>
              <a:srgbClr val="FFFFFF"/>
            </a:solidFill>
            <a:ln>
              <a:noFill/>
            </a:ln>
            <a:extLst/>
          </p:spPr>
          <p:txBody>
            <a:bodyPr vert="horz" wrap="square" lIns="89642" tIns="44821" rIns="89642" bIns="44821"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a:ln>
                  <a:noFill/>
                </a:ln>
                <a:solidFill>
                  <a:srgbClr val="FFFFFF"/>
                </a:solidFill>
                <a:effectLst/>
                <a:uLnTx/>
                <a:uFillTx/>
              </a:endParaRPr>
            </a:p>
          </p:txBody>
        </p:sp>
      </p:grpSp>
      <p:grpSp>
        <p:nvGrpSpPr>
          <p:cNvPr id="17" name="Group 16"/>
          <p:cNvGrpSpPr/>
          <p:nvPr/>
        </p:nvGrpSpPr>
        <p:grpSpPr>
          <a:xfrm>
            <a:off x="922385" y="4468375"/>
            <a:ext cx="888525" cy="850502"/>
            <a:chOff x="2203935" y="5009693"/>
            <a:chExt cx="609600" cy="594360"/>
          </a:xfrm>
        </p:grpSpPr>
        <p:sp>
          <p:nvSpPr>
            <p:cNvPr id="18" name="Oval 17"/>
            <p:cNvSpPr/>
            <p:nvPr/>
          </p:nvSpPr>
          <p:spPr bwMode="auto">
            <a:xfrm>
              <a:off x="2203935" y="5009693"/>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eaLnBrk="1" fontAlgn="base" latinLnBrk="0" hangingPunct="1">
                <a:lnSpc>
                  <a:spcPct val="90000"/>
                </a:lnSpc>
                <a:spcBef>
                  <a:spcPct val="0"/>
                </a:spcBef>
                <a:spcAft>
                  <a:spcPct val="0"/>
                </a:spcAft>
                <a:buClrTx/>
                <a:buSzTx/>
                <a:buFontTx/>
                <a:buNone/>
                <a:tabLst/>
                <a:defRPr/>
              </a:pPr>
              <a:endParaRPr kumimoji="0" lang="en-US" sz="2745"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sp>
          <p:nvSpPr>
            <p:cNvPr id="19" name="Rectangle 18"/>
            <p:cNvSpPr/>
            <p:nvPr/>
          </p:nvSpPr>
          <p:spPr>
            <a:xfrm>
              <a:off x="2256866" y="5140354"/>
              <a:ext cx="500486" cy="31628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353" b="0" i="0" u="none" strike="noStrike" kern="0" cap="none" spc="0" normalizeH="0" baseline="0" noProof="0" dirty="0">
                  <a:ln>
                    <a:noFill/>
                  </a:ln>
                  <a:solidFill>
                    <a:srgbClr val="FFFFFF"/>
                  </a:solidFill>
                  <a:effectLst/>
                  <a:uLnTx/>
                  <a:uFillTx/>
                </a:rPr>
                <a:t>OSS</a:t>
              </a:r>
            </a:p>
          </p:txBody>
        </p:sp>
      </p:grpSp>
      <p:sp>
        <p:nvSpPr>
          <p:cNvPr id="20" name="Rectangle 19"/>
          <p:cNvSpPr/>
          <p:nvPr/>
        </p:nvSpPr>
        <p:spPr>
          <a:xfrm>
            <a:off x="1843059" y="3140158"/>
            <a:ext cx="4314561" cy="93535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745" b="0" i="0" u="none" strike="noStrike" kern="0" cap="none" spc="0" normalizeH="0" baseline="0" noProof="0" dirty="0">
                <a:ln>
                  <a:noFill/>
                </a:ln>
                <a:solidFill>
                  <a:srgbClr val="FFFFFF"/>
                </a:solidFill>
                <a:effectLst/>
                <a:uLnTx/>
                <a:uFillTx/>
              </a:rPr>
              <a:t>Seamless transition </a:t>
            </a:r>
            <a:br>
              <a:rPr kumimoji="0" lang="en-US" sz="2745" b="0" i="0" u="none" strike="noStrike" kern="0" cap="none" spc="0" normalizeH="0" baseline="0" noProof="0" dirty="0">
                <a:ln>
                  <a:noFill/>
                </a:ln>
                <a:solidFill>
                  <a:srgbClr val="FFFFFF"/>
                </a:solidFill>
                <a:effectLst/>
                <a:uLnTx/>
                <a:uFillTx/>
              </a:rPr>
            </a:br>
            <a:r>
              <a:rPr kumimoji="0" lang="en-US" sz="2745" b="0" i="0" u="none" strike="noStrike" kern="0" cap="none" spc="0" normalizeH="0" baseline="0" noProof="0" dirty="0">
                <a:ln>
                  <a:noFill/>
                </a:ln>
                <a:solidFill>
                  <a:srgbClr val="FFFFFF"/>
                </a:solidFill>
                <a:effectLst/>
                <a:uLnTx/>
                <a:uFillTx/>
              </a:rPr>
              <a:t>from on-premises to cloud</a:t>
            </a:r>
          </a:p>
        </p:txBody>
      </p:sp>
      <p:sp>
        <p:nvSpPr>
          <p:cNvPr id="21" name="Freeform 13"/>
          <p:cNvSpPr>
            <a:spLocks noChangeAspect="1" noEditPoints="1"/>
          </p:cNvSpPr>
          <p:nvPr/>
        </p:nvSpPr>
        <p:spPr bwMode="auto">
          <a:xfrm>
            <a:off x="918844" y="3123852"/>
            <a:ext cx="899086" cy="902399"/>
          </a:xfrm>
          <a:custGeom>
            <a:avLst/>
            <a:gdLst>
              <a:gd name="T0" fmla="*/ 808 w 1605"/>
              <a:gd name="T1" fmla="*/ 1611 h 1611"/>
              <a:gd name="T2" fmla="*/ 1605 w 1605"/>
              <a:gd name="T3" fmla="*/ 798 h 1611"/>
              <a:gd name="T4" fmla="*/ 808 w 1605"/>
              <a:gd name="T5" fmla="*/ 0 h 1611"/>
              <a:gd name="T6" fmla="*/ 0 w 1605"/>
              <a:gd name="T7" fmla="*/ 798 h 1611"/>
              <a:gd name="T8" fmla="*/ 808 w 1605"/>
              <a:gd name="T9" fmla="*/ 1611 h 1611"/>
              <a:gd name="T10" fmla="*/ 808 w 1605"/>
              <a:gd name="T11" fmla="*/ 96 h 1611"/>
              <a:gd name="T12" fmla="*/ 1505 w 1605"/>
              <a:gd name="T13" fmla="*/ 798 h 1611"/>
              <a:gd name="T14" fmla="*/ 808 w 1605"/>
              <a:gd name="T15" fmla="*/ 1511 h 1611"/>
              <a:gd name="T16" fmla="*/ 96 w 1605"/>
              <a:gd name="T17" fmla="*/ 798 h 1611"/>
              <a:gd name="T18" fmla="*/ 808 w 1605"/>
              <a:gd name="T19" fmla="*/ 96 h 1611"/>
              <a:gd name="T20" fmla="*/ 1106 w 1605"/>
              <a:gd name="T21" fmla="*/ 1104 h 1611"/>
              <a:gd name="T22" fmla="*/ 382 w 1605"/>
              <a:gd name="T23" fmla="*/ 1104 h 1611"/>
              <a:gd name="T24" fmla="*/ 260 w 1605"/>
              <a:gd name="T25" fmla="*/ 982 h 1611"/>
              <a:gd name="T26" fmla="*/ 352 w 1605"/>
              <a:gd name="T27" fmla="*/ 863 h 1611"/>
              <a:gd name="T28" fmla="*/ 496 w 1605"/>
              <a:gd name="T29" fmla="*/ 754 h 1611"/>
              <a:gd name="T30" fmla="*/ 756 w 1605"/>
              <a:gd name="T31" fmla="*/ 507 h 1611"/>
              <a:gd name="T32" fmla="*/ 992 w 1605"/>
              <a:gd name="T33" fmla="*/ 657 h 1611"/>
              <a:gd name="T34" fmla="*/ 1106 w 1605"/>
              <a:gd name="T35" fmla="*/ 627 h 1611"/>
              <a:gd name="T36" fmla="*/ 1345 w 1605"/>
              <a:gd name="T37" fmla="*/ 865 h 1611"/>
              <a:gd name="T38" fmla="*/ 1106 w 1605"/>
              <a:gd name="T39" fmla="*/ 1104 h 1611"/>
              <a:gd name="T40" fmla="*/ 382 w 1605"/>
              <a:gd name="T41" fmla="*/ 944 h 1611"/>
              <a:gd name="T42" fmla="*/ 344 w 1605"/>
              <a:gd name="T43" fmla="*/ 982 h 1611"/>
              <a:gd name="T44" fmla="*/ 382 w 1605"/>
              <a:gd name="T45" fmla="*/ 1020 h 1611"/>
              <a:gd name="T46" fmla="*/ 1106 w 1605"/>
              <a:gd name="T47" fmla="*/ 1020 h 1611"/>
              <a:gd name="T48" fmla="*/ 1261 w 1605"/>
              <a:gd name="T49" fmla="*/ 865 h 1611"/>
              <a:gd name="T50" fmla="*/ 1106 w 1605"/>
              <a:gd name="T51" fmla="*/ 711 h 1611"/>
              <a:gd name="T52" fmla="*/ 998 w 1605"/>
              <a:gd name="T53" fmla="*/ 754 h 1611"/>
              <a:gd name="T54" fmla="*/ 944 w 1605"/>
              <a:gd name="T55" fmla="*/ 806 h 1611"/>
              <a:gd name="T56" fmla="*/ 927 w 1605"/>
              <a:gd name="T57" fmla="*/ 733 h 1611"/>
              <a:gd name="T58" fmla="*/ 756 w 1605"/>
              <a:gd name="T59" fmla="*/ 592 h 1611"/>
              <a:gd name="T60" fmla="*/ 580 w 1605"/>
              <a:gd name="T61" fmla="*/ 768 h 1611"/>
              <a:gd name="T62" fmla="*/ 580 w 1605"/>
              <a:gd name="T63" fmla="*/ 792 h 1611"/>
              <a:gd name="T64" fmla="*/ 588 w 1605"/>
              <a:gd name="T65" fmla="*/ 849 h 1611"/>
              <a:gd name="T66" fmla="*/ 531 w 1605"/>
              <a:gd name="T67" fmla="*/ 838 h 1611"/>
              <a:gd name="T68" fmla="*/ 515 w 1605"/>
              <a:gd name="T69" fmla="*/ 838 h 1611"/>
              <a:gd name="T70" fmla="*/ 425 w 1605"/>
              <a:gd name="T71" fmla="*/ 912 h 1611"/>
              <a:gd name="T72" fmla="*/ 420 w 1605"/>
              <a:gd name="T73" fmla="*/ 947 h 1611"/>
              <a:gd name="T74" fmla="*/ 384 w 1605"/>
              <a:gd name="T75" fmla="*/ 944 h 1611"/>
              <a:gd name="T76" fmla="*/ 382 w 1605"/>
              <a:gd name="T77" fmla="*/ 944 h 1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05" h="1611">
                <a:moveTo>
                  <a:pt x="808" y="1611"/>
                </a:moveTo>
                <a:cubicBezTo>
                  <a:pt x="1247" y="1611"/>
                  <a:pt x="1605" y="1253"/>
                  <a:pt x="1605" y="798"/>
                </a:cubicBezTo>
                <a:cubicBezTo>
                  <a:pt x="1605" y="355"/>
                  <a:pt x="1247" y="0"/>
                  <a:pt x="808" y="0"/>
                </a:cubicBezTo>
                <a:cubicBezTo>
                  <a:pt x="354" y="0"/>
                  <a:pt x="0" y="355"/>
                  <a:pt x="0" y="798"/>
                </a:cubicBezTo>
                <a:cubicBezTo>
                  <a:pt x="0" y="1253"/>
                  <a:pt x="354" y="1611"/>
                  <a:pt x="808" y="1611"/>
                </a:cubicBezTo>
                <a:close/>
                <a:moveTo>
                  <a:pt x="808" y="96"/>
                </a:moveTo>
                <a:cubicBezTo>
                  <a:pt x="1195" y="96"/>
                  <a:pt x="1505" y="410"/>
                  <a:pt x="1505" y="798"/>
                </a:cubicBezTo>
                <a:cubicBezTo>
                  <a:pt x="1505" y="1190"/>
                  <a:pt x="1195" y="1511"/>
                  <a:pt x="808" y="1511"/>
                </a:cubicBezTo>
                <a:cubicBezTo>
                  <a:pt x="420" y="1511"/>
                  <a:pt x="96" y="1190"/>
                  <a:pt x="96" y="798"/>
                </a:cubicBezTo>
                <a:cubicBezTo>
                  <a:pt x="96" y="410"/>
                  <a:pt x="420" y="96"/>
                  <a:pt x="808" y="96"/>
                </a:cubicBezTo>
                <a:close/>
                <a:moveTo>
                  <a:pt x="1106" y="1104"/>
                </a:moveTo>
                <a:cubicBezTo>
                  <a:pt x="382" y="1104"/>
                  <a:pt x="382" y="1104"/>
                  <a:pt x="382" y="1104"/>
                </a:cubicBezTo>
                <a:cubicBezTo>
                  <a:pt x="314" y="1104"/>
                  <a:pt x="260" y="1050"/>
                  <a:pt x="260" y="982"/>
                </a:cubicBezTo>
                <a:cubicBezTo>
                  <a:pt x="260" y="925"/>
                  <a:pt x="300" y="876"/>
                  <a:pt x="352" y="863"/>
                </a:cubicBezTo>
                <a:cubicBezTo>
                  <a:pt x="376" y="806"/>
                  <a:pt x="431" y="762"/>
                  <a:pt x="496" y="754"/>
                </a:cubicBezTo>
                <a:cubicBezTo>
                  <a:pt x="501" y="616"/>
                  <a:pt x="615" y="507"/>
                  <a:pt x="756" y="507"/>
                </a:cubicBezTo>
                <a:cubicBezTo>
                  <a:pt x="857" y="507"/>
                  <a:pt x="949" y="567"/>
                  <a:pt x="992" y="657"/>
                </a:cubicBezTo>
                <a:cubicBezTo>
                  <a:pt x="1025" y="638"/>
                  <a:pt x="1066" y="627"/>
                  <a:pt x="1106" y="627"/>
                </a:cubicBezTo>
                <a:cubicBezTo>
                  <a:pt x="1237" y="627"/>
                  <a:pt x="1345" y="735"/>
                  <a:pt x="1345" y="865"/>
                </a:cubicBezTo>
                <a:cubicBezTo>
                  <a:pt x="1345" y="998"/>
                  <a:pt x="1237" y="1104"/>
                  <a:pt x="1106" y="1104"/>
                </a:cubicBezTo>
                <a:close/>
                <a:moveTo>
                  <a:pt x="382" y="944"/>
                </a:moveTo>
                <a:cubicBezTo>
                  <a:pt x="360" y="944"/>
                  <a:pt x="344" y="963"/>
                  <a:pt x="344" y="982"/>
                </a:cubicBezTo>
                <a:cubicBezTo>
                  <a:pt x="344" y="1004"/>
                  <a:pt x="360" y="1020"/>
                  <a:pt x="382" y="1020"/>
                </a:cubicBezTo>
                <a:cubicBezTo>
                  <a:pt x="1106" y="1020"/>
                  <a:pt x="1106" y="1020"/>
                  <a:pt x="1106" y="1020"/>
                </a:cubicBezTo>
                <a:cubicBezTo>
                  <a:pt x="1191" y="1020"/>
                  <a:pt x="1261" y="952"/>
                  <a:pt x="1261" y="865"/>
                </a:cubicBezTo>
                <a:cubicBezTo>
                  <a:pt x="1261" y="781"/>
                  <a:pt x="1191" y="711"/>
                  <a:pt x="1106" y="711"/>
                </a:cubicBezTo>
                <a:cubicBezTo>
                  <a:pt x="1066" y="711"/>
                  <a:pt x="1028" y="727"/>
                  <a:pt x="998" y="754"/>
                </a:cubicBezTo>
                <a:cubicBezTo>
                  <a:pt x="944" y="806"/>
                  <a:pt x="944" y="806"/>
                  <a:pt x="944" y="806"/>
                </a:cubicBezTo>
                <a:cubicBezTo>
                  <a:pt x="927" y="733"/>
                  <a:pt x="927" y="733"/>
                  <a:pt x="927" y="733"/>
                </a:cubicBezTo>
                <a:cubicBezTo>
                  <a:pt x="911" y="651"/>
                  <a:pt x="840" y="592"/>
                  <a:pt x="756" y="592"/>
                </a:cubicBezTo>
                <a:cubicBezTo>
                  <a:pt x="659" y="592"/>
                  <a:pt x="580" y="670"/>
                  <a:pt x="580" y="768"/>
                </a:cubicBezTo>
                <a:cubicBezTo>
                  <a:pt x="580" y="776"/>
                  <a:pt x="580" y="784"/>
                  <a:pt x="580" y="792"/>
                </a:cubicBezTo>
                <a:cubicBezTo>
                  <a:pt x="588" y="849"/>
                  <a:pt x="588" y="849"/>
                  <a:pt x="588" y="849"/>
                </a:cubicBezTo>
                <a:cubicBezTo>
                  <a:pt x="531" y="838"/>
                  <a:pt x="531" y="838"/>
                  <a:pt x="531" y="838"/>
                </a:cubicBezTo>
                <a:cubicBezTo>
                  <a:pt x="526" y="838"/>
                  <a:pt x="520" y="838"/>
                  <a:pt x="515" y="838"/>
                </a:cubicBezTo>
                <a:cubicBezTo>
                  <a:pt x="471" y="838"/>
                  <a:pt x="436" y="868"/>
                  <a:pt x="425" y="912"/>
                </a:cubicBezTo>
                <a:cubicBezTo>
                  <a:pt x="420" y="947"/>
                  <a:pt x="420" y="947"/>
                  <a:pt x="420" y="947"/>
                </a:cubicBezTo>
                <a:cubicBezTo>
                  <a:pt x="384" y="944"/>
                  <a:pt x="384" y="944"/>
                  <a:pt x="384" y="944"/>
                </a:cubicBezTo>
                <a:cubicBezTo>
                  <a:pt x="382" y="944"/>
                  <a:pt x="382" y="944"/>
                  <a:pt x="382" y="944"/>
                </a:cubicBezTo>
                <a:close/>
              </a:path>
            </a:pathLst>
          </a:custGeom>
          <a:solidFill>
            <a:schemeClr val="tx1"/>
          </a:solidFill>
          <a:ln>
            <a:noFill/>
          </a:ln>
        </p:spPr>
        <p:txBody>
          <a:bodyPr vert="horz" wrap="square" lIns="89642" tIns="44821" rIns="89642" bIns="44821"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a:ln>
                <a:noFill/>
              </a:ln>
              <a:solidFill>
                <a:srgbClr val="FFFFFF"/>
              </a:solidFill>
              <a:effectLst/>
              <a:uLnTx/>
              <a:uFillTx/>
            </a:endParaRPr>
          </a:p>
        </p:txBody>
      </p:sp>
      <p:sp>
        <p:nvSpPr>
          <p:cNvPr id="22" name="Rectangle 21"/>
          <p:cNvSpPr/>
          <p:nvPr/>
        </p:nvSpPr>
        <p:spPr>
          <a:xfrm>
            <a:off x="7601846" y="2088685"/>
            <a:ext cx="4184441" cy="51293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745" b="0" i="0" u="none" strike="noStrike" kern="0" cap="none" spc="0" normalizeH="0" baseline="0" noProof="0" dirty="0">
                <a:ln>
                  <a:noFill/>
                </a:ln>
                <a:solidFill>
                  <a:srgbClr val="FFFFFF"/>
                </a:solidFill>
                <a:effectLst/>
                <a:uLnTx/>
                <a:uFillTx/>
              </a:rPr>
              <a:t>Faster Development Cycle</a:t>
            </a:r>
          </a:p>
        </p:txBody>
      </p:sp>
      <p:sp>
        <p:nvSpPr>
          <p:cNvPr id="23" name="Rectangle 22"/>
          <p:cNvSpPr/>
          <p:nvPr/>
        </p:nvSpPr>
        <p:spPr>
          <a:xfrm>
            <a:off x="1860178" y="2076072"/>
            <a:ext cx="2583721" cy="51293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745" b="0" i="0" u="none" strike="noStrike" kern="0" cap="none" spc="0" normalizeH="0" baseline="0" noProof="0" dirty="0">
                <a:ln>
                  <a:noFill/>
                </a:ln>
                <a:solidFill>
                  <a:srgbClr val="FFFFFF"/>
                </a:solidFill>
                <a:effectLst/>
                <a:uLnTx/>
                <a:uFillTx/>
              </a:rPr>
              <a:t>Totally Modular</a:t>
            </a:r>
          </a:p>
        </p:txBody>
      </p:sp>
      <p:grpSp>
        <p:nvGrpSpPr>
          <p:cNvPr id="24" name="Group 23"/>
          <p:cNvGrpSpPr/>
          <p:nvPr/>
        </p:nvGrpSpPr>
        <p:grpSpPr>
          <a:xfrm>
            <a:off x="6662375" y="1910474"/>
            <a:ext cx="870836" cy="833569"/>
            <a:chOff x="1785636" y="1768035"/>
            <a:chExt cx="609600" cy="594360"/>
          </a:xfrm>
        </p:grpSpPr>
        <p:sp>
          <p:nvSpPr>
            <p:cNvPr id="25" name="Oval 24"/>
            <p:cNvSpPr/>
            <p:nvPr/>
          </p:nvSpPr>
          <p:spPr bwMode="auto">
            <a:xfrm>
              <a:off x="1785636" y="1768035"/>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eaLnBrk="1" fontAlgn="base" latinLnBrk="0" hangingPunct="1">
                <a:lnSpc>
                  <a:spcPct val="90000"/>
                </a:lnSpc>
                <a:spcBef>
                  <a:spcPct val="0"/>
                </a:spcBef>
                <a:spcAft>
                  <a:spcPct val="0"/>
                </a:spcAft>
                <a:buClrTx/>
                <a:buSzTx/>
                <a:buFontTx/>
                <a:buNone/>
                <a:tabLst/>
                <a:defRPr/>
              </a:pPr>
              <a:endParaRPr kumimoji="0" lang="en-US" sz="2745"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sp>
          <p:nvSpPr>
            <p:cNvPr id="26" name="Freeform 58"/>
            <p:cNvSpPr>
              <a:spLocks noEditPoints="1"/>
            </p:cNvSpPr>
            <p:nvPr/>
          </p:nvSpPr>
          <p:spPr bwMode="black">
            <a:xfrm>
              <a:off x="1944132" y="1871523"/>
              <a:ext cx="292608" cy="384736"/>
            </a:xfrm>
            <a:custGeom>
              <a:avLst/>
              <a:gdLst>
                <a:gd name="T0" fmla="*/ 181 w 182"/>
                <a:gd name="T1" fmla="*/ 65 h 195"/>
                <a:gd name="T2" fmla="*/ 88 w 182"/>
                <a:gd name="T3" fmla="*/ 0 h 195"/>
                <a:gd name="T4" fmla="*/ 88 w 182"/>
                <a:gd name="T5" fmla="*/ 40 h 195"/>
                <a:gd name="T6" fmla="*/ 1 w 182"/>
                <a:gd name="T7" fmla="*/ 40 h 195"/>
                <a:gd name="T8" fmla="*/ 1 w 182"/>
                <a:gd name="T9" fmla="*/ 89 h 195"/>
                <a:gd name="T10" fmla="*/ 57 w 182"/>
                <a:gd name="T11" fmla="*/ 89 h 195"/>
                <a:gd name="T12" fmla="*/ 88 w 182"/>
                <a:gd name="T13" fmla="*/ 68 h 195"/>
                <a:gd name="T14" fmla="*/ 88 w 182"/>
                <a:gd name="T15" fmla="*/ 130 h 195"/>
                <a:gd name="T16" fmla="*/ 181 w 182"/>
                <a:gd name="T17" fmla="*/ 65 h 195"/>
                <a:gd name="T18" fmla="*/ 19 w 182"/>
                <a:gd name="T19" fmla="*/ 127 h 195"/>
                <a:gd name="T20" fmla="*/ 88 w 182"/>
                <a:gd name="T21" fmla="*/ 172 h 195"/>
                <a:gd name="T22" fmla="*/ 88 w 182"/>
                <a:gd name="T23" fmla="*/ 142 h 195"/>
                <a:gd name="T24" fmla="*/ 178 w 182"/>
                <a:gd name="T25" fmla="*/ 142 h 195"/>
                <a:gd name="T26" fmla="*/ 178 w 182"/>
                <a:gd name="T27" fmla="*/ 153 h 195"/>
                <a:gd name="T28" fmla="*/ 100 w 182"/>
                <a:gd name="T29" fmla="*/ 153 h 195"/>
                <a:gd name="T30" fmla="*/ 100 w 182"/>
                <a:gd name="T31" fmla="*/ 195 h 195"/>
                <a:gd name="T32" fmla="*/ 0 w 182"/>
                <a:gd name="T33" fmla="*/ 127 h 195"/>
                <a:gd name="T34" fmla="*/ 19 w 182"/>
                <a:gd name="T35" fmla="*/ 127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2" h="195">
                  <a:moveTo>
                    <a:pt x="181" y="65"/>
                  </a:moveTo>
                  <a:cubicBezTo>
                    <a:pt x="88" y="0"/>
                    <a:pt x="88" y="0"/>
                    <a:pt x="88" y="0"/>
                  </a:cubicBezTo>
                  <a:cubicBezTo>
                    <a:pt x="88" y="40"/>
                    <a:pt x="88" y="40"/>
                    <a:pt x="88" y="40"/>
                  </a:cubicBezTo>
                  <a:cubicBezTo>
                    <a:pt x="1" y="40"/>
                    <a:pt x="1" y="40"/>
                    <a:pt x="1" y="40"/>
                  </a:cubicBezTo>
                  <a:cubicBezTo>
                    <a:pt x="1" y="89"/>
                    <a:pt x="1" y="89"/>
                    <a:pt x="1" y="89"/>
                  </a:cubicBezTo>
                  <a:cubicBezTo>
                    <a:pt x="57" y="89"/>
                    <a:pt x="57" y="89"/>
                    <a:pt x="57" y="89"/>
                  </a:cubicBezTo>
                  <a:cubicBezTo>
                    <a:pt x="88" y="68"/>
                    <a:pt x="88" y="68"/>
                    <a:pt x="88" y="68"/>
                  </a:cubicBezTo>
                  <a:cubicBezTo>
                    <a:pt x="88" y="130"/>
                    <a:pt x="88" y="130"/>
                    <a:pt x="88" y="130"/>
                  </a:cubicBezTo>
                  <a:cubicBezTo>
                    <a:pt x="181" y="65"/>
                    <a:pt x="181" y="65"/>
                    <a:pt x="181" y="65"/>
                  </a:cubicBezTo>
                  <a:close/>
                  <a:moveTo>
                    <a:pt x="19" y="127"/>
                  </a:moveTo>
                  <a:cubicBezTo>
                    <a:pt x="88" y="172"/>
                    <a:pt x="88" y="172"/>
                    <a:pt x="88" y="172"/>
                  </a:cubicBezTo>
                  <a:cubicBezTo>
                    <a:pt x="88" y="142"/>
                    <a:pt x="88" y="142"/>
                    <a:pt x="88" y="142"/>
                  </a:cubicBezTo>
                  <a:cubicBezTo>
                    <a:pt x="178" y="142"/>
                    <a:pt x="178" y="142"/>
                    <a:pt x="178" y="142"/>
                  </a:cubicBezTo>
                  <a:cubicBezTo>
                    <a:pt x="182" y="142"/>
                    <a:pt x="182" y="153"/>
                    <a:pt x="178" y="153"/>
                  </a:cubicBezTo>
                  <a:cubicBezTo>
                    <a:pt x="100" y="153"/>
                    <a:pt x="100" y="153"/>
                    <a:pt x="100" y="153"/>
                  </a:cubicBezTo>
                  <a:cubicBezTo>
                    <a:pt x="100" y="195"/>
                    <a:pt x="100" y="195"/>
                    <a:pt x="100" y="195"/>
                  </a:cubicBezTo>
                  <a:cubicBezTo>
                    <a:pt x="0" y="127"/>
                    <a:pt x="0" y="127"/>
                    <a:pt x="0" y="127"/>
                  </a:cubicBezTo>
                  <a:cubicBezTo>
                    <a:pt x="19" y="127"/>
                    <a:pt x="19" y="127"/>
                    <a:pt x="19" y="127"/>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endParaRPr>
            </a:p>
          </p:txBody>
        </p:sp>
      </p:grpSp>
      <p:grpSp>
        <p:nvGrpSpPr>
          <p:cNvPr id="27" name="Group 26"/>
          <p:cNvGrpSpPr/>
          <p:nvPr/>
        </p:nvGrpSpPr>
        <p:grpSpPr>
          <a:xfrm>
            <a:off x="932763" y="1923185"/>
            <a:ext cx="870836" cy="833569"/>
            <a:chOff x="1795746" y="3978504"/>
            <a:chExt cx="609600" cy="594360"/>
          </a:xfrm>
        </p:grpSpPr>
        <p:sp>
          <p:nvSpPr>
            <p:cNvPr id="28" name="Oval 27"/>
            <p:cNvSpPr/>
            <p:nvPr/>
          </p:nvSpPr>
          <p:spPr bwMode="auto">
            <a:xfrm>
              <a:off x="1795746" y="3978504"/>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eaLnBrk="1" fontAlgn="base" latinLnBrk="0" hangingPunct="1">
                <a:lnSpc>
                  <a:spcPct val="90000"/>
                </a:lnSpc>
                <a:spcBef>
                  <a:spcPct val="0"/>
                </a:spcBef>
                <a:spcAft>
                  <a:spcPct val="0"/>
                </a:spcAft>
                <a:buClrTx/>
                <a:buSzTx/>
                <a:buFontTx/>
                <a:buNone/>
                <a:tabLst/>
                <a:defRPr/>
              </a:pPr>
              <a:endParaRPr kumimoji="0" lang="en-US" sz="2745"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sp>
          <p:nvSpPr>
            <p:cNvPr id="29" name="Freeform 8"/>
            <p:cNvSpPr>
              <a:spLocks noEditPoints="1"/>
            </p:cNvSpPr>
            <p:nvPr/>
          </p:nvSpPr>
          <p:spPr bwMode="black">
            <a:xfrm>
              <a:off x="1894192" y="4082378"/>
              <a:ext cx="414835" cy="38661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endParaRPr>
            </a:p>
          </p:txBody>
        </p:sp>
      </p:grpSp>
      <p:sp>
        <p:nvSpPr>
          <p:cNvPr id="30" name="Freeform 5"/>
          <p:cNvSpPr>
            <a:spLocks noEditPoints="1"/>
          </p:cNvSpPr>
          <p:nvPr/>
        </p:nvSpPr>
        <p:spPr bwMode="auto">
          <a:xfrm>
            <a:off x="4690253" y="5702216"/>
            <a:ext cx="861571" cy="820858"/>
          </a:xfrm>
          <a:custGeom>
            <a:avLst/>
            <a:gdLst>
              <a:gd name="T0" fmla="*/ 808 w 1605"/>
              <a:gd name="T1" fmla="*/ 1611 h 1611"/>
              <a:gd name="T2" fmla="*/ 1605 w 1605"/>
              <a:gd name="T3" fmla="*/ 798 h 1611"/>
              <a:gd name="T4" fmla="*/ 808 w 1605"/>
              <a:gd name="T5" fmla="*/ 0 h 1611"/>
              <a:gd name="T6" fmla="*/ 0 w 1605"/>
              <a:gd name="T7" fmla="*/ 798 h 1611"/>
              <a:gd name="T8" fmla="*/ 808 w 1605"/>
              <a:gd name="T9" fmla="*/ 1611 h 1611"/>
              <a:gd name="T10" fmla="*/ 808 w 1605"/>
              <a:gd name="T11" fmla="*/ 96 h 1611"/>
              <a:gd name="T12" fmla="*/ 1505 w 1605"/>
              <a:gd name="T13" fmla="*/ 798 h 1611"/>
              <a:gd name="T14" fmla="*/ 808 w 1605"/>
              <a:gd name="T15" fmla="*/ 1511 h 1611"/>
              <a:gd name="T16" fmla="*/ 96 w 1605"/>
              <a:gd name="T17" fmla="*/ 798 h 1611"/>
              <a:gd name="T18" fmla="*/ 808 w 1605"/>
              <a:gd name="T19" fmla="*/ 96 h 1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05" h="1611">
                <a:moveTo>
                  <a:pt x="808" y="1611"/>
                </a:moveTo>
                <a:cubicBezTo>
                  <a:pt x="1247" y="1611"/>
                  <a:pt x="1605" y="1252"/>
                  <a:pt x="1605" y="798"/>
                </a:cubicBezTo>
                <a:cubicBezTo>
                  <a:pt x="1605" y="354"/>
                  <a:pt x="1247" y="0"/>
                  <a:pt x="808" y="0"/>
                </a:cubicBezTo>
                <a:cubicBezTo>
                  <a:pt x="354" y="0"/>
                  <a:pt x="0" y="354"/>
                  <a:pt x="0" y="798"/>
                </a:cubicBezTo>
                <a:cubicBezTo>
                  <a:pt x="0" y="1252"/>
                  <a:pt x="354" y="1611"/>
                  <a:pt x="808" y="1611"/>
                </a:cubicBezTo>
                <a:close/>
                <a:moveTo>
                  <a:pt x="808" y="96"/>
                </a:moveTo>
                <a:cubicBezTo>
                  <a:pt x="1195" y="96"/>
                  <a:pt x="1505" y="410"/>
                  <a:pt x="1505" y="798"/>
                </a:cubicBezTo>
                <a:cubicBezTo>
                  <a:pt x="1505" y="1190"/>
                  <a:pt x="1195" y="1511"/>
                  <a:pt x="808" y="1511"/>
                </a:cubicBezTo>
                <a:cubicBezTo>
                  <a:pt x="420" y="1511"/>
                  <a:pt x="96" y="1190"/>
                  <a:pt x="96" y="798"/>
                </a:cubicBezTo>
                <a:cubicBezTo>
                  <a:pt x="96" y="410"/>
                  <a:pt x="420" y="96"/>
                  <a:pt x="808" y="96"/>
                </a:cubicBezTo>
                <a:close/>
              </a:path>
            </a:pathLst>
          </a:custGeom>
          <a:solidFill>
            <a:schemeClr val="tx1"/>
          </a:solidFill>
          <a:ln>
            <a:noFill/>
          </a:ln>
        </p:spPr>
        <p:txBody>
          <a:bodyPr vert="horz" wrap="square" lIns="89642" tIns="44821" rIns="89642" bIns="44821"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endParaRPr>
          </a:p>
        </p:txBody>
      </p:sp>
      <p:sp>
        <p:nvSpPr>
          <p:cNvPr id="31" name="Freeform 35"/>
          <p:cNvSpPr>
            <a:spLocks/>
          </p:cNvSpPr>
          <p:nvPr/>
        </p:nvSpPr>
        <p:spPr bwMode="black">
          <a:xfrm>
            <a:off x="4843041" y="5834644"/>
            <a:ext cx="547994" cy="503177"/>
          </a:xfrm>
          <a:custGeom>
            <a:avLst/>
            <a:gdLst>
              <a:gd name="T0" fmla="*/ 120 w 191"/>
              <a:gd name="T1" fmla="*/ 32 h 197"/>
              <a:gd name="T2" fmla="*/ 83 w 191"/>
              <a:gd name="T3" fmla="*/ 3 h 197"/>
              <a:gd name="T4" fmla="*/ 47 w 191"/>
              <a:gd name="T5" fmla="*/ 5 h 197"/>
              <a:gd name="T6" fmla="*/ 44 w 191"/>
              <a:gd name="T7" fmla="*/ 27 h 197"/>
              <a:gd name="T8" fmla="*/ 40 w 191"/>
              <a:gd name="T9" fmla="*/ 29 h 197"/>
              <a:gd name="T10" fmla="*/ 40 w 191"/>
              <a:gd name="T11" fmla="*/ 33 h 197"/>
              <a:gd name="T12" fmla="*/ 45 w 191"/>
              <a:gd name="T13" fmla="*/ 40 h 197"/>
              <a:gd name="T14" fmla="*/ 88 w 191"/>
              <a:gd name="T15" fmla="*/ 44 h 197"/>
              <a:gd name="T16" fmla="*/ 118 w 191"/>
              <a:gd name="T17" fmla="*/ 113 h 197"/>
              <a:gd name="T18" fmla="*/ 144 w 191"/>
              <a:gd name="T19" fmla="*/ 129 h 197"/>
              <a:gd name="T20" fmla="*/ 112 w 191"/>
              <a:gd name="T21" fmla="*/ 109 h 197"/>
              <a:gd name="T22" fmla="*/ 65 w 191"/>
              <a:gd name="T23" fmla="*/ 115 h 197"/>
              <a:gd name="T24" fmla="*/ 0 w 191"/>
              <a:gd name="T25" fmla="*/ 116 h 197"/>
              <a:gd name="T26" fmla="*/ 26 w 191"/>
              <a:gd name="T27" fmla="*/ 174 h 197"/>
              <a:gd name="T28" fmla="*/ 61 w 191"/>
              <a:gd name="T29" fmla="*/ 136 h 197"/>
              <a:gd name="T30" fmla="*/ 57 w 191"/>
              <a:gd name="T31" fmla="*/ 148 h 197"/>
              <a:gd name="T32" fmla="*/ 126 w 191"/>
              <a:gd name="T33" fmla="*/ 140 h 197"/>
              <a:gd name="T34" fmla="*/ 55 w 191"/>
              <a:gd name="T35" fmla="*/ 153 h 197"/>
              <a:gd name="T36" fmla="*/ 30 w 191"/>
              <a:gd name="T37" fmla="*/ 180 h 197"/>
              <a:gd name="T38" fmla="*/ 32 w 191"/>
              <a:gd name="T39" fmla="*/ 182 h 197"/>
              <a:gd name="T40" fmla="*/ 180 w 191"/>
              <a:gd name="T41" fmla="*/ 159 h 197"/>
              <a:gd name="T42" fmla="*/ 185 w 191"/>
              <a:gd name="T43" fmla="*/ 129 h 197"/>
              <a:gd name="T44" fmla="*/ 120 w 191"/>
              <a:gd name="T45" fmla="*/ 3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1" h="197">
                <a:moveTo>
                  <a:pt x="120" y="32"/>
                </a:moveTo>
                <a:cubicBezTo>
                  <a:pt x="112" y="23"/>
                  <a:pt x="99" y="9"/>
                  <a:pt x="83" y="3"/>
                </a:cubicBezTo>
                <a:cubicBezTo>
                  <a:pt x="72" y="0"/>
                  <a:pt x="47" y="5"/>
                  <a:pt x="47" y="5"/>
                </a:cubicBezTo>
                <a:cubicBezTo>
                  <a:pt x="44" y="27"/>
                  <a:pt x="44" y="27"/>
                  <a:pt x="44" y="27"/>
                </a:cubicBezTo>
                <a:cubicBezTo>
                  <a:pt x="40" y="29"/>
                  <a:pt x="40" y="29"/>
                  <a:pt x="40" y="29"/>
                </a:cubicBezTo>
                <a:cubicBezTo>
                  <a:pt x="40" y="33"/>
                  <a:pt x="40" y="33"/>
                  <a:pt x="40" y="33"/>
                </a:cubicBezTo>
                <a:cubicBezTo>
                  <a:pt x="40" y="33"/>
                  <a:pt x="40" y="37"/>
                  <a:pt x="45" y="40"/>
                </a:cubicBezTo>
                <a:cubicBezTo>
                  <a:pt x="50" y="42"/>
                  <a:pt x="73" y="53"/>
                  <a:pt x="88" y="44"/>
                </a:cubicBezTo>
                <a:cubicBezTo>
                  <a:pt x="118" y="60"/>
                  <a:pt x="105" y="91"/>
                  <a:pt x="118" y="113"/>
                </a:cubicBezTo>
                <a:cubicBezTo>
                  <a:pt x="123" y="120"/>
                  <a:pt x="131" y="127"/>
                  <a:pt x="144" y="129"/>
                </a:cubicBezTo>
                <a:cubicBezTo>
                  <a:pt x="144" y="129"/>
                  <a:pt x="115" y="131"/>
                  <a:pt x="112" y="109"/>
                </a:cubicBezTo>
                <a:cubicBezTo>
                  <a:pt x="101" y="104"/>
                  <a:pt x="82" y="99"/>
                  <a:pt x="65" y="115"/>
                </a:cubicBezTo>
                <a:cubicBezTo>
                  <a:pt x="51" y="100"/>
                  <a:pt x="14" y="100"/>
                  <a:pt x="0" y="116"/>
                </a:cubicBezTo>
                <a:cubicBezTo>
                  <a:pt x="6" y="141"/>
                  <a:pt x="18" y="163"/>
                  <a:pt x="26" y="174"/>
                </a:cubicBezTo>
                <a:cubicBezTo>
                  <a:pt x="52" y="156"/>
                  <a:pt x="61" y="136"/>
                  <a:pt x="61" y="136"/>
                </a:cubicBezTo>
                <a:cubicBezTo>
                  <a:pt x="60" y="140"/>
                  <a:pt x="59" y="144"/>
                  <a:pt x="57" y="148"/>
                </a:cubicBezTo>
                <a:cubicBezTo>
                  <a:pt x="103" y="167"/>
                  <a:pt x="126" y="140"/>
                  <a:pt x="126" y="140"/>
                </a:cubicBezTo>
                <a:cubicBezTo>
                  <a:pt x="107" y="171"/>
                  <a:pt x="63" y="157"/>
                  <a:pt x="55" y="153"/>
                </a:cubicBezTo>
                <a:cubicBezTo>
                  <a:pt x="48" y="166"/>
                  <a:pt x="38" y="175"/>
                  <a:pt x="30" y="180"/>
                </a:cubicBezTo>
                <a:cubicBezTo>
                  <a:pt x="32" y="181"/>
                  <a:pt x="32" y="182"/>
                  <a:pt x="32" y="182"/>
                </a:cubicBezTo>
                <a:cubicBezTo>
                  <a:pt x="88" y="197"/>
                  <a:pt x="154" y="177"/>
                  <a:pt x="180" y="159"/>
                </a:cubicBezTo>
                <a:cubicBezTo>
                  <a:pt x="191" y="151"/>
                  <a:pt x="188" y="138"/>
                  <a:pt x="185" y="129"/>
                </a:cubicBezTo>
                <a:cubicBezTo>
                  <a:pt x="172" y="91"/>
                  <a:pt x="134" y="49"/>
                  <a:pt x="120" y="3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68" b="0" i="0" u="none" strike="noStrike" kern="0" cap="none" spc="0" normalizeH="0" baseline="0" noProof="0">
              <a:ln>
                <a:noFill/>
              </a:ln>
              <a:solidFill>
                <a:srgbClr val="FFFFFF"/>
              </a:solidFill>
              <a:effectLst/>
              <a:uLnTx/>
              <a:uFillTx/>
            </a:endParaRPr>
          </a:p>
        </p:txBody>
      </p:sp>
      <p:sp>
        <p:nvSpPr>
          <p:cNvPr id="32" name="Rectangle 31"/>
          <p:cNvSpPr/>
          <p:nvPr/>
        </p:nvSpPr>
        <p:spPr>
          <a:xfrm>
            <a:off x="5651861" y="5736246"/>
            <a:ext cx="1133233" cy="75431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4313" b="0" i="0" u="none" strike="noStrike" kern="0" cap="none" spc="0" normalizeH="0" baseline="0" noProof="0" dirty="0">
                <a:ln>
                  <a:noFill/>
                </a:ln>
                <a:solidFill>
                  <a:srgbClr val="FFFFFF"/>
                </a:solidFill>
                <a:effectLst/>
                <a:uLnTx/>
                <a:uFillTx/>
              </a:rPr>
              <a:t>Fast</a:t>
            </a:r>
          </a:p>
        </p:txBody>
      </p:sp>
    </p:spTree>
    <p:extLst>
      <p:ext uri="{BB962C8B-B14F-4D97-AF65-F5344CB8AC3E}">
        <p14:creationId xmlns:p14="http://schemas.microsoft.com/office/powerpoint/2010/main" val="2451398997"/>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Demo</a:t>
            </a:r>
            <a:endParaRPr lang="en-US" dirty="0"/>
          </a:p>
        </p:txBody>
      </p:sp>
      <p:sp>
        <p:nvSpPr>
          <p:cNvPr id="3" name="Subtitle 2"/>
          <p:cNvSpPr>
            <a:spLocks noGrp="1"/>
          </p:cNvSpPr>
          <p:nvPr>
            <p:ph type="subTitle" idx="1"/>
          </p:nvPr>
        </p:nvSpPr>
        <p:spPr/>
        <p:txBody>
          <a:bodyPr/>
          <a:lstStyle/>
          <a:p>
            <a:r>
              <a:rPr lang="en-US" dirty="0"/>
              <a:t>Getting started with </a:t>
            </a:r>
            <a:r>
              <a:rPr lang="en-US" dirty="0" smtClean="0"/>
              <a:t>ASP.NET Core 1.0</a:t>
            </a:r>
            <a:endParaRPr lang="en-US" dirty="0"/>
          </a:p>
        </p:txBody>
      </p:sp>
    </p:spTree>
    <p:extLst>
      <p:ext uri="{BB962C8B-B14F-4D97-AF65-F5344CB8AC3E}">
        <p14:creationId xmlns:p14="http://schemas.microsoft.com/office/powerpoint/2010/main" val="7155107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0799" y="11967"/>
            <a:ext cx="11079822" cy="1325375"/>
          </a:xfrm>
        </p:spPr>
        <p:txBody>
          <a:bodyPr>
            <a:normAutofit/>
          </a:bodyPr>
          <a:lstStyle/>
          <a:p>
            <a:r>
              <a:rPr lang="en-US" sz="5882" dirty="0" err="1"/>
              <a:t>TagHelpers</a:t>
            </a:r>
            <a:endParaRPr lang="en-US" sz="5882" dirty="0"/>
          </a:p>
        </p:txBody>
      </p:sp>
      <p:sp>
        <p:nvSpPr>
          <p:cNvPr id="5" name="Text Placeholder 4"/>
          <p:cNvSpPr>
            <a:spLocks noGrp="1"/>
          </p:cNvSpPr>
          <p:nvPr>
            <p:ph idx="1"/>
          </p:nvPr>
        </p:nvSpPr>
        <p:spPr/>
        <p:txBody>
          <a:bodyPr/>
          <a:lstStyle/>
          <a:p>
            <a:pPr marL="0" indent="0">
              <a:buNone/>
            </a:pPr>
            <a:r>
              <a:rPr lang="en-US" sz="3137" dirty="0"/>
              <a:t>HTML helpers expressed as tags</a:t>
            </a:r>
          </a:p>
          <a:p>
            <a:pPr marL="0" indent="0">
              <a:buNone/>
            </a:pPr>
            <a:r>
              <a:rPr lang="en-US" sz="1765" dirty="0"/>
              <a:t>Ex. Instead of: </a:t>
            </a:r>
          </a:p>
          <a:p>
            <a:pPr marL="0" indent="0">
              <a:buNone/>
            </a:pPr>
            <a:r>
              <a:rPr lang="it-IT" sz="1765" i="1" dirty="0"/>
              <a:t>@Html.LabelFor(m =&gt; m.UserName, new { @class = "col-md-2 control-label" })</a:t>
            </a:r>
            <a:endParaRPr lang="en-US" sz="1765" i="1" dirty="0"/>
          </a:p>
          <a:p>
            <a:pPr marL="0" indent="0">
              <a:buNone/>
            </a:pPr>
            <a:r>
              <a:rPr lang="en-US" sz="1765" dirty="0"/>
              <a:t>Write this: </a:t>
            </a:r>
          </a:p>
          <a:p>
            <a:pPr marL="0" indent="0">
              <a:buNone/>
            </a:pPr>
            <a:r>
              <a:rPr lang="en-US" sz="1765" i="1" dirty="0"/>
              <a:t>&lt;label </a:t>
            </a:r>
            <a:r>
              <a:rPr lang="en-US" sz="1765" b="1" i="1" dirty="0"/>
              <a:t>asp-for="</a:t>
            </a:r>
            <a:r>
              <a:rPr lang="en-US" sz="1765" b="1" i="1" dirty="0" err="1"/>
              <a:t>UserName</a:t>
            </a:r>
            <a:r>
              <a:rPr lang="en-US" sz="1765" b="1" i="1" dirty="0"/>
              <a:t>"</a:t>
            </a:r>
            <a:r>
              <a:rPr lang="en-US" sz="1765" i="1" dirty="0"/>
              <a:t> class="col-md-2 control-label"&gt;&lt;/label&gt;</a:t>
            </a:r>
          </a:p>
          <a:p>
            <a:pPr marL="0" indent="0">
              <a:buNone/>
            </a:pPr>
            <a:endParaRPr lang="en-US" sz="1765" dirty="0"/>
          </a:p>
          <a:p>
            <a:pPr marL="0" indent="0">
              <a:buNone/>
            </a:pPr>
            <a:r>
              <a:rPr lang="en-US" sz="3137" dirty="0"/>
              <a:t>Easier to customize with additional attributes</a:t>
            </a:r>
          </a:p>
          <a:p>
            <a:pPr marL="0" indent="0">
              <a:buNone/>
            </a:pPr>
            <a:endParaRPr lang="en-US" sz="1765" dirty="0"/>
          </a:p>
          <a:p>
            <a:pPr marL="0" indent="0">
              <a:buNone/>
            </a:pPr>
            <a:r>
              <a:rPr lang="en-US" sz="3137" dirty="0"/>
              <a:t>Work seamlessly with the HTML editor</a:t>
            </a:r>
          </a:p>
        </p:txBody>
      </p:sp>
    </p:spTree>
    <p:extLst>
      <p:ext uri="{BB962C8B-B14F-4D97-AF65-F5344CB8AC3E}">
        <p14:creationId xmlns:p14="http://schemas.microsoft.com/office/powerpoint/2010/main" val="2518163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0799" y="11967"/>
            <a:ext cx="11079822" cy="1325375"/>
          </a:xfrm>
        </p:spPr>
        <p:txBody>
          <a:bodyPr>
            <a:normAutofit/>
          </a:bodyPr>
          <a:lstStyle/>
          <a:p>
            <a:r>
              <a:rPr lang="en-US" sz="5882" dirty="0" smtClean="0"/>
              <a:t>HTML Helpers</a:t>
            </a:r>
            <a:endParaRPr lang="en-US" sz="5882" dirty="0"/>
          </a:p>
        </p:txBody>
      </p:sp>
      <p:sp>
        <p:nvSpPr>
          <p:cNvPr id="5" name="Text Placeholder 4"/>
          <p:cNvSpPr>
            <a:spLocks noGrp="1"/>
          </p:cNvSpPr>
          <p:nvPr>
            <p:ph idx="1"/>
          </p:nvPr>
        </p:nvSpPr>
        <p:spPr/>
        <p:txBody>
          <a:bodyPr>
            <a:normAutofit fontScale="62500" lnSpcReduction="20000"/>
          </a:bodyPr>
          <a:lstStyle/>
          <a:p>
            <a:pPr marL="0" indent="0">
              <a:buNone/>
            </a:pPr>
            <a:r>
              <a:rPr lang="en-US" sz="3137" dirty="0">
                <a:latin typeface="Consolas" panose="020B0609020204030204" pitchFamily="49" charset="0"/>
              </a:rPr>
              <a:t>@using (</a:t>
            </a:r>
            <a:r>
              <a:rPr lang="en-US" sz="3137" dirty="0" err="1">
                <a:latin typeface="Consolas" panose="020B0609020204030204" pitchFamily="49" charset="0"/>
              </a:rPr>
              <a:t>Html.BeginForm</a:t>
            </a:r>
            <a:r>
              <a:rPr lang="en-US" sz="3137" dirty="0">
                <a:latin typeface="Consolas" panose="020B0609020204030204" pitchFamily="49" charset="0"/>
              </a:rPr>
              <a:t>(new { </a:t>
            </a:r>
            <a:r>
              <a:rPr lang="en-US" sz="3137" dirty="0" err="1">
                <a:latin typeface="Consolas" panose="020B0609020204030204" pitchFamily="49" charset="0"/>
              </a:rPr>
              <a:t>ReturnUrl</a:t>
            </a:r>
            <a:r>
              <a:rPr lang="en-US" sz="3137" dirty="0">
                <a:latin typeface="Consolas" panose="020B0609020204030204" pitchFamily="49" charset="0"/>
              </a:rPr>
              <a:t> = </a:t>
            </a:r>
            <a:r>
              <a:rPr lang="en-US" sz="3137" dirty="0" err="1">
                <a:latin typeface="Consolas" panose="020B0609020204030204" pitchFamily="49" charset="0"/>
              </a:rPr>
              <a:t>ViewBag.ReturnUrl</a:t>
            </a:r>
            <a:r>
              <a:rPr lang="en-US" sz="3137" dirty="0">
                <a:latin typeface="Consolas" panose="020B0609020204030204" pitchFamily="49" charset="0"/>
              </a:rPr>
              <a:t> })) {</a:t>
            </a:r>
          </a:p>
          <a:p>
            <a:pPr marL="0" indent="0">
              <a:buNone/>
            </a:pPr>
            <a:r>
              <a:rPr lang="en-US" sz="3137" dirty="0">
                <a:latin typeface="Consolas" panose="020B0609020204030204" pitchFamily="49" charset="0"/>
              </a:rPr>
              <a:t>    @</a:t>
            </a:r>
            <a:r>
              <a:rPr lang="en-US" sz="3137" dirty="0" err="1">
                <a:latin typeface="Consolas" panose="020B0609020204030204" pitchFamily="49" charset="0"/>
              </a:rPr>
              <a:t>Html.AntiForgeryToken</a:t>
            </a:r>
            <a:r>
              <a:rPr lang="en-US" sz="3137" dirty="0">
                <a:latin typeface="Consolas" panose="020B0609020204030204" pitchFamily="49" charset="0"/>
              </a:rPr>
              <a:t>()</a:t>
            </a:r>
          </a:p>
          <a:p>
            <a:pPr marL="0" indent="0">
              <a:buNone/>
            </a:pPr>
            <a:r>
              <a:rPr lang="en-US" sz="3137" dirty="0">
                <a:latin typeface="Consolas" panose="020B0609020204030204" pitchFamily="49" charset="0"/>
              </a:rPr>
              <a:t>    @</a:t>
            </a:r>
            <a:r>
              <a:rPr lang="en-US" sz="3137" dirty="0" err="1">
                <a:latin typeface="Consolas" panose="020B0609020204030204" pitchFamily="49" charset="0"/>
              </a:rPr>
              <a:t>Html.ValidationSummary</a:t>
            </a:r>
            <a:r>
              <a:rPr lang="en-US" sz="3137" dirty="0">
                <a:latin typeface="Consolas" panose="020B0609020204030204" pitchFamily="49" charset="0"/>
              </a:rPr>
              <a:t>(true)</a:t>
            </a:r>
          </a:p>
          <a:p>
            <a:pPr marL="0" indent="0">
              <a:buNone/>
            </a:pPr>
            <a:endParaRPr lang="en-US" sz="3137" dirty="0">
              <a:latin typeface="Consolas" panose="020B0609020204030204" pitchFamily="49" charset="0"/>
            </a:endParaRPr>
          </a:p>
          <a:p>
            <a:pPr marL="0" indent="0">
              <a:buNone/>
            </a:pPr>
            <a:r>
              <a:rPr lang="en-US" sz="3137" dirty="0">
                <a:latin typeface="Consolas" panose="020B0609020204030204" pitchFamily="49" charset="0"/>
              </a:rPr>
              <a:t>    &lt;</a:t>
            </a:r>
            <a:r>
              <a:rPr lang="en-US" sz="3137" dirty="0" err="1">
                <a:latin typeface="Consolas" panose="020B0609020204030204" pitchFamily="49" charset="0"/>
              </a:rPr>
              <a:t>fieldset</a:t>
            </a:r>
            <a:r>
              <a:rPr lang="en-US" sz="3137" dirty="0">
                <a:latin typeface="Consolas" panose="020B0609020204030204" pitchFamily="49" charset="0"/>
              </a:rPr>
              <a:t>&gt;</a:t>
            </a:r>
          </a:p>
          <a:p>
            <a:pPr marL="0" indent="0">
              <a:buNone/>
            </a:pPr>
            <a:r>
              <a:rPr lang="en-US" sz="3137" dirty="0">
                <a:latin typeface="Consolas" panose="020B0609020204030204" pitchFamily="49" charset="0"/>
              </a:rPr>
              <a:t>        &lt;legend&gt;Log in Form&lt;/legend&gt;</a:t>
            </a:r>
          </a:p>
          <a:p>
            <a:pPr marL="0" indent="0">
              <a:buNone/>
            </a:pPr>
            <a:r>
              <a:rPr lang="en-US" sz="3137" dirty="0">
                <a:latin typeface="Consolas" panose="020B0609020204030204" pitchFamily="49" charset="0"/>
              </a:rPr>
              <a:t>        &lt;</a:t>
            </a:r>
            <a:r>
              <a:rPr lang="en-US" sz="3137" dirty="0" err="1">
                <a:latin typeface="Consolas" panose="020B0609020204030204" pitchFamily="49" charset="0"/>
              </a:rPr>
              <a:t>ol</a:t>
            </a:r>
            <a:r>
              <a:rPr lang="en-US" sz="3137" dirty="0">
                <a:latin typeface="Consolas" panose="020B0609020204030204" pitchFamily="49" charset="0"/>
              </a:rPr>
              <a:t>&gt;</a:t>
            </a:r>
          </a:p>
          <a:p>
            <a:pPr marL="0" indent="0">
              <a:buNone/>
            </a:pPr>
            <a:r>
              <a:rPr lang="en-US" sz="3137" dirty="0">
                <a:latin typeface="Consolas" panose="020B0609020204030204" pitchFamily="49" charset="0"/>
              </a:rPr>
              <a:t>            &lt;li&gt;</a:t>
            </a:r>
          </a:p>
          <a:p>
            <a:pPr marL="0" indent="0">
              <a:buNone/>
            </a:pPr>
            <a:r>
              <a:rPr lang="en-US" sz="3137" dirty="0">
                <a:latin typeface="Consolas" panose="020B0609020204030204" pitchFamily="49" charset="0"/>
              </a:rPr>
              <a:t>                </a:t>
            </a:r>
            <a:r>
              <a:rPr lang="en-US" sz="3137" b="1" dirty="0">
                <a:latin typeface="Consolas" panose="020B0609020204030204" pitchFamily="49" charset="0"/>
              </a:rPr>
              <a:t>@</a:t>
            </a:r>
            <a:r>
              <a:rPr lang="en-US" sz="3137" b="1" dirty="0" err="1">
                <a:latin typeface="Consolas" panose="020B0609020204030204" pitchFamily="49" charset="0"/>
              </a:rPr>
              <a:t>Html.LabelFor</a:t>
            </a:r>
            <a:r>
              <a:rPr lang="en-US" sz="3137" b="1" dirty="0">
                <a:latin typeface="Consolas" panose="020B0609020204030204" pitchFamily="49" charset="0"/>
              </a:rPr>
              <a:t>(m =&gt; </a:t>
            </a:r>
            <a:r>
              <a:rPr lang="en-US" sz="3137" b="1" dirty="0" err="1">
                <a:latin typeface="Consolas" panose="020B0609020204030204" pitchFamily="49" charset="0"/>
              </a:rPr>
              <a:t>m.UserName</a:t>
            </a:r>
            <a:r>
              <a:rPr lang="en-US" sz="3137" b="1" dirty="0">
                <a:latin typeface="Consolas" panose="020B0609020204030204" pitchFamily="49" charset="0"/>
              </a:rPr>
              <a:t>)</a:t>
            </a:r>
          </a:p>
          <a:p>
            <a:pPr marL="0" indent="0">
              <a:buNone/>
            </a:pPr>
            <a:r>
              <a:rPr lang="en-US" sz="3137" b="1" dirty="0">
                <a:latin typeface="Consolas" panose="020B0609020204030204" pitchFamily="49" charset="0"/>
              </a:rPr>
              <a:t>                @</a:t>
            </a:r>
            <a:r>
              <a:rPr lang="en-US" sz="3137" b="1" dirty="0" err="1">
                <a:latin typeface="Consolas" panose="020B0609020204030204" pitchFamily="49" charset="0"/>
              </a:rPr>
              <a:t>Html.TextBoxFor</a:t>
            </a:r>
            <a:r>
              <a:rPr lang="en-US" sz="3137" b="1" dirty="0">
                <a:latin typeface="Consolas" panose="020B0609020204030204" pitchFamily="49" charset="0"/>
              </a:rPr>
              <a:t>(m =&gt; </a:t>
            </a:r>
            <a:r>
              <a:rPr lang="en-US" sz="3137" b="1" dirty="0" err="1">
                <a:latin typeface="Consolas" panose="020B0609020204030204" pitchFamily="49" charset="0"/>
              </a:rPr>
              <a:t>m.UserName</a:t>
            </a:r>
            <a:r>
              <a:rPr lang="en-US" sz="3137" b="1" dirty="0">
                <a:latin typeface="Consolas" panose="020B0609020204030204" pitchFamily="49" charset="0"/>
              </a:rPr>
              <a:t>)</a:t>
            </a:r>
          </a:p>
          <a:p>
            <a:pPr marL="0" indent="0">
              <a:buNone/>
            </a:pPr>
            <a:r>
              <a:rPr lang="en-US" sz="3137" dirty="0">
                <a:latin typeface="Consolas" panose="020B0609020204030204" pitchFamily="49" charset="0"/>
              </a:rPr>
              <a:t>                @</a:t>
            </a:r>
            <a:r>
              <a:rPr lang="en-US" sz="3137" dirty="0" err="1">
                <a:latin typeface="Consolas" panose="020B0609020204030204" pitchFamily="49" charset="0"/>
              </a:rPr>
              <a:t>Html.ValidationMessageFor</a:t>
            </a:r>
            <a:r>
              <a:rPr lang="en-US" sz="3137" dirty="0">
                <a:latin typeface="Consolas" panose="020B0609020204030204" pitchFamily="49" charset="0"/>
              </a:rPr>
              <a:t>(m =&gt; </a:t>
            </a:r>
            <a:r>
              <a:rPr lang="en-US" sz="3137" dirty="0" err="1">
                <a:latin typeface="Consolas" panose="020B0609020204030204" pitchFamily="49" charset="0"/>
              </a:rPr>
              <a:t>m.UserName</a:t>
            </a:r>
            <a:r>
              <a:rPr lang="en-US" sz="3137" dirty="0">
                <a:latin typeface="Consolas" panose="020B0609020204030204" pitchFamily="49" charset="0"/>
              </a:rPr>
              <a:t>)</a:t>
            </a:r>
          </a:p>
          <a:p>
            <a:pPr marL="0" indent="0">
              <a:buNone/>
            </a:pPr>
            <a:r>
              <a:rPr lang="en-US" sz="3137" dirty="0">
                <a:latin typeface="Consolas" panose="020B0609020204030204" pitchFamily="49" charset="0"/>
              </a:rPr>
              <a:t>            &lt;/li&gt;</a:t>
            </a:r>
          </a:p>
        </p:txBody>
      </p:sp>
    </p:spTree>
    <p:extLst>
      <p:ext uri="{BB962C8B-B14F-4D97-AF65-F5344CB8AC3E}">
        <p14:creationId xmlns:p14="http://schemas.microsoft.com/office/powerpoint/2010/main" val="3428119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0799" y="11967"/>
            <a:ext cx="11079822" cy="1325375"/>
          </a:xfrm>
        </p:spPr>
        <p:txBody>
          <a:bodyPr>
            <a:normAutofit/>
          </a:bodyPr>
          <a:lstStyle/>
          <a:p>
            <a:r>
              <a:rPr lang="en-US" sz="5882" dirty="0" err="1"/>
              <a:t>TagHelpers</a:t>
            </a:r>
            <a:endParaRPr lang="en-US" sz="5882" dirty="0"/>
          </a:p>
        </p:txBody>
      </p:sp>
      <p:sp>
        <p:nvSpPr>
          <p:cNvPr id="5" name="Text Placeholder 4"/>
          <p:cNvSpPr>
            <a:spLocks noGrp="1"/>
          </p:cNvSpPr>
          <p:nvPr>
            <p:ph idx="1"/>
          </p:nvPr>
        </p:nvSpPr>
        <p:spPr/>
        <p:txBody>
          <a:bodyPr>
            <a:normAutofit/>
          </a:bodyPr>
          <a:lstStyle/>
          <a:p>
            <a:pPr marL="0" indent="0">
              <a:buNone/>
            </a:pPr>
            <a:r>
              <a:rPr lang="en-US" sz="1961" dirty="0">
                <a:latin typeface="Consolas" panose="020B0609020204030204" pitchFamily="49" charset="0"/>
              </a:rPr>
              <a:t>&lt;form anti-forgery=“true“ validation-summary=“true” action="Create“&gt; </a:t>
            </a:r>
          </a:p>
          <a:p>
            <a:pPr marL="0" indent="0">
              <a:buNone/>
            </a:pPr>
            <a:r>
              <a:rPr lang="en-US" sz="1961" dirty="0">
                <a:latin typeface="Consolas" panose="020B0609020204030204" pitchFamily="49" charset="0"/>
              </a:rPr>
              <a:t>   &lt;</a:t>
            </a:r>
            <a:r>
              <a:rPr lang="en-US" sz="1961" dirty="0" err="1">
                <a:latin typeface="Consolas" panose="020B0609020204030204" pitchFamily="49" charset="0"/>
              </a:rPr>
              <a:t>fieldset</a:t>
            </a:r>
            <a:r>
              <a:rPr lang="en-US" sz="1961" dirty="0">
                <a:latin typeface="Consolas" panose="020B0609020204030204" pitchFamily="49" charset="0"/>
              </a:rPr>
              <a:t>&gt;</a:t>
            </a:r>
          </a:p>
          <a:p>
            <a:pPr marL="0" indent="0">
              <a:buNone/>
            </a:pPr>
            <a:r>
              <a:rPr lang="en-US" sz="1961" dirty="0">
                <a:latin typeface="Consolas" panose="020B0609020204030204" pitchFamily="49" charset="0"/>
              </a:rPr>
              <a:t>      &lt;legend&gt;Log in Form&lt;/legend&gt;</a:t>
            </a:r>
          </a:p>
          <a:p>
            <a:pPr marL="0" indent="0">
              <a:buNone/>
            </a:pPr>
            <a:r>
              <a:rPr lang="en-US" sz="1961" dirty="0">
                <a:latin typeface="Consolas" panose="020B0609020204030204" pitchFamily="49" charset="0"/>
              </a:rPr>
              <a:t>        &lt;</a:t>
            </a:r>
            <a:r>
              <a:rPr lang="en-US" sz="1961" dirty="0" err="1">
                <a:latin typeface="Consolas" panose="020B0609020204030204" pitchFamily="49" charset="0"/>
              </a:rPr>
              <a:t>ol</a:t>
            </a:r>
            <a:r>
              <a:rPr lang="en-US" sz="1961" dirty="0">
                <a:latin typeface="Consolas" panose="020B0609020204030204" pitchFamily="49" charset="0"/>
              </a:rPr>
              <a:t>&gt;</a:t>
            </a:r>
          </a:p>
          <a:p>
            <a:pPr marL="0" indent="0">
              <a:buNone/>
            </a:pPr>
            <a:r>
              <a:rPr lang="en-US" sz="1961" dirty="0">
                <a:latin typeface="Consolas" panose="020B0609020204030204" pitchFamily="49" charset="0"/>
              </a:rPr>
              <a:t>          &lt;li&gt;</a:t>
            </a:r>
          </a:p>
          <a:p>
            <a:pPr marL="0" indent="0">
              <a:buNone/>
            </a:pPr>
            <a:r>
              <a:rPr lang="en-US" sz="1961" dirty="0">
                <a:latin typeface="Consolas" panose="020B0609020204030204" pitchFamily="49" charset="0"/>
              </a:rPr>
              <a:t>            </a:t>
            </a:r>
            <a:r>
              <a:rPr lang="en-US" sz="1961" b="1" dirty="0">
                <a:latin typeface="Consolas" panose="020B0609020204030204" pitchFamily="49" charset="0"/>
              </a:rPr>
              <a:t>&lt;label for=“</a:t>
            </a:r>
            <a:r>
              <a:rPr lang="en-US" sz="1961" b="1" dirty="0" err="1">
                <a:latin typeface="Consolas" panose="020B0609020204030204" pitchFamily="49" charset="0"/>
              </a:rPr>
              <a:t>UserName</a:t>
            </a:r>
            <a:r>
              <a:rPr lang="en-US" sz="1961" b="1" dirty="0">
                <a:latin typeface="Consolas" panose="020B0609020204030204" pitchFamily="49" charset="0"/>
              </a:rPr>
              <a:t>”&gt;</a:t>
            </a:r>
          </a:p>
          <a:p>
            <a:pPr marL="0" indent="0">
              <a:buNone/>
            </a:pPr>
            <a:r>
              <a:rPr lang="en-US" sz="1961" b="1" dirty="0">
                <a:latin typeface="Consolas" panose="020B0609020204030204" pitchFamily="49" charset="0"/>
              </a:rPr>
              <a:t>            &lt;input for=“</a:t>
            </a:r>
            <a:r>
              <a:rPr lang="en-US" sz="1961" b="1" dirty="0" err="1">
                <a:latin typeface="Consolas" panose="020B0609020204030204" pitchFamily="49" charset="0"/>
              </a:rPr>
              <a:t>UserName</a:t>
            </a:r>
            <a:r>
              <a:rPr lang="en-US" sz="1961" b="1" dirty="0">
                <a:latin typeface="Consolas" panose="020B0609020204030204" pitchFamily="49" charset="0"/>
              </a:rPr>
              <a:t>”&gt;</a:t>
            </a:r>
          </a:p>
          <a:p>
            <a:pPr marL="0" indent="0">
              <a:buNone/>
            </a:pPr>
            <a:r>
              <a:rPr lang="en-US" sz="1961" dirty="0">
                <a:latin typeface="Consolas" panose="020B0609020204030204" pitchFamily="49" charset="0"/>
              </a:rPr>
              <a:t>            &lt;span validation-for="Name" style="</a:t>
            </a:r>
            <a:r>
              <a:rPr lang="en-US" sz="1961" dirty="0" err="1">
                <a:latin typeface="Consolas" panose="020B0609020204030204" pitchFamily="49" charset="0"/>
              </a:rPr>
              <a:t>color:blue</a:t>
            </a:r>
            <a:r>
              <a:rPr lang="en-US" sz="1961" dirty="0">
                <a:latin typeface="Consolas" panose="020B0609020204030204" pitchFamily="49" charset="0"/>
              </a:rPr>
              <a:t>" /&gt;</a:t>
            </a:r>
          </a:p>
          <a:p>
            <a:pPr marL="0" indent="0">
              <a:buNone/>
            </a:pPr>
            <a:r>
              <a:rPr lang="en-US" sz="1961" dirty="0">
                <a:latin typeface="Consolas" panose="020B0609020204030204" pitchFamily="49" charset="0"/>
              </a:rPr>
              <a:t>          &lt;/li&gt;</a:t>
            </a:r>
          </a:p>
        </p:txBody>
      </p:sp>
    </p:spTree>
    <p:extLst>
      <p:ext uri="{BB962C8B-B14F-4D97-AF65-F5344CB8AC3E}">
        <p14:creationId xmlns:p14="http://schemas.microsoft.com/office/powerpoint/2010/main" val="884619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560799" y="1764306"/>
            <a:ext cx="10700365" cy="1631216"/>
          </a:xfrm>
          <a:prstGeom prst="rect">
            <a:avLst/>
          </a:prstGeom>
          <a:solidFill>
            <a:schemeClr val="bg2"/>
          </a:solidFill>
          <a:ln>
            <a:noFill/>
          </a:ln>
          <a:effectLst/>
        </p:spPr>
        <p:txBody>
          <a:bodyPr vert="horz" wrap="none" lIns="91440" tIns="45720" rIns="91440" bIns="45720" numCol="1" anchor="ctr" anchorCtr="0" compatLnSpc="1">
            <a:prstTxWarp prst="textNoShape">
              <a:avLst/>
            </a:prstTxWarp>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25599"/>
                </a:solidFill>
                <a:effectLst/>
                <a:uLnTx/>
                <a:uFillTx/>
                <a:latin typeface="Consolas" panose="020B0609020204030204" pitchFamily="49" charset="0"/>
              </a:rPr>
              <a:t>public interface </a:t>
            </a:r>
            <a:r>
              <a:rPr kumimoji="0" lang="en-US" altLang="en-US" sz="2000" b="0" i="0" u="none" strike="noStrike" kern="0" cap="none" spc="0" normalizeH="0" baseline="0" noProof="0" dirty="0" err="1">
                <a:ln>
                  <a:noFill/>
                </a:ln>
                <a:solidFill>
                  <a:srgbClr val="025599"/>
                </a:solidFill>
                <a:effectLst/>
                <a:uLnTx/>
                <a:uFillTx/>
                <a:latin typeface="Consolas" panose="020B0609020204030204" pitchFamily="49" charset="0"/>
              </a:rPr>
              <a:t>ITagHelper</a:t>
            </a:r>
            <a:endParaRPr kumimoji="0" lang="en-US" altLang="en-US" sz="2000" b="0" i="0" u="none" strike="noStrike" kern="0" cap="none" spc="0" normalizeH="0" baseline="0" noProof="0" dirty="0">
              <a:ln>
                <a:noFill/>
              </a:ln>
              <a:solidFill>
                <a:srgbClr val="025599"/>
              </a:solidFill>
              <a:effectLst/>
              <a:uLnTx/>
              <a:uFillTx/>
              <a:latin typeface="Consolas" panose="020B0609020204030204" pitchFamily="49"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25599"/>
                </a:solidFill>
                <a:effectLst/>
                <a:uLnTx/>
                <a:uFillTx/>
                <a:latin typeface="Consolas" panose="020B0609020204030204" pitchFamily="49"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25599"/>
                </a:solidFill>
                <a:effectLst/>
                <a:uLnTx/>
                <a:uFillTx/>
                <a:latin typeface="Consolas" panose="020B0609020204030204" pitchFamily="49" charset="0"/>
              </a:rPr>
              <a:t>	int Order { get;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25599"/>
                </a:solidFill>
                <a:effectLst/>
                <a:uLnTx/>
                <a:uFillTx/>
                <a:latin typeface="Consolas" panose="020B0609020204030204" pitchFamily="49" charset="0"/>
              </a:rPr>
              <a:t>	Task </a:t>
            </a:r>
            <a:r>
              <a:rPr kumimoji="0" lang="en-US" altLang="en-US" sz="2000" b="0" i="0" u="none" strike="noStrike" kern="0" cap="none" spc="0" normalizeH="0" baseline="0" noProof="0" dirty="0" err="1">
                <a:ln>
                  <a:noFill/>
                </a:ln>
                <a:solidFill>
                  <a:srgbClr val="025599"/>
                </a:solidFill>
                <a:effectLst/>
                <a:uLnTx/>
                <a:uFillTx/>
                <a:latin typeface="Consolas" panose="020B0609020204030204" pitchFamily="49" charset="0"/>
              </a:rPr>
              <a:t>ProcessAsync</a:t>
            </a:r>
            <a:r>
              <a:rPr kumimoji="0" lang="en-US" altLang="en-US" sz="2000" b="0" i="0" u="none" strike="noStrike" kern="0" cap="none" spc="0" normalizeH="0" baseline="0" noProof="0" dirty="0">
                <a:ln>
                  <a:noFill/>
                </a:ln>
                <a:solidFill>
                  <a:srgbClr val="025599"/>
                </a:solidFill>
                <a:effectLst/>
                <a:uLnTx/>
                <a:uFillTx/>
                <a:latin typeface="Consolas" panose="020B0609020204030204" pitchFamily="49" charset="0"/>
              </a:rPr>
              <a:t>(</a:t>
            </a:r>
            <a:r>
              <a:rPr kumimoji="0" lang="en-US" altLang="en-US" sz="2000" b="0" i="0" u="none" strike="noStrike" kern="0" cap="none" spc="0" normalizeH="0" baseline="0" noProof="0" dirty="0" err="1">
                <a:ln>
                  <a:noFill/>
                </a:ln>
                <a:solidFill>
                  <a:srgbClr val="025599"/>
                </a:solidFill>
                <a:effectLst/>
                <a:uLnTx/>
                <a:uFillTx/>
                <a:latin typeface="Consolas" panose="020B0609020204030204" pitchFamily="49" charset="0"/>
              </a:rPr>
              <a:t>TagHelperContext</a:t>
            </a:r>
            <a:r>
              <a:rPr kumimoji="0" lang="en-US" altLang="en-US" sz="2000" b="0" i="0" u="none" strike="noStrike" kern="0" cap="none" spc="0" normalizeH="0" baseline="0" noProof="0" dirty="0">
                <a:ln>
                  <a:noFill/>
                </a:ln>
                <a:solidFill>
                  <a:srgbClr val="025599"/>
                </a:solidFill>
                <a:effectLst/>
                <a:uLnTx/>
                <a:uFillTx/>
                <a:latin typeface="Consolas" panose="020B0609020204030204" pitchFamily="49" charset="0"/>
              </a:rPr>
              <a:t> context, </a:t>
            </a:r>
            <a:r>
              <a:rPr kumimoji="0" lang="en-US" altLang="en-US" sz="2000" b="0" i="0" u="none" strike="noStrike" kern="0" cap="none" spc="0" normalizeH="0" baseline="0" noProof="0" dirty="0" err="1">
                <a:ln>
                  <a:noFill/>
                </a:ln>
                <a:solidFill>
                  <a:srgbClr val="025599"/>
                </a:solidFill>
                <a:effectLst/>
                <a:uLnTx/>
                <a:uFillTx/>
                <a:latin typeface="Consolas" panose="020B0609020204030204" pitchFamily="49" charset="0"/>
              </a:rPr>
              <a:t>TagHelperOutput</a:t>
            </a:r>
            <a:r>
              <a:rPr kumimoji="0" lang="en-US" altLang="en-US" sz="2000" b="0" i="0" u="none" strike="noStrike" kern="0" cap="none" spc="0" normalizeH="0" baseline="0" noProof="0" dirty="0">
                <a:ln>
                  <a:noFill/>
                </a:ln>
                <a:solidFill>
                  <a:srgbClr val="025599"/>
                </a:solidFill>
                <a:effectLst/>
                <a:uLnTx/>
                <a:uFillTx/>
                <a:latin typeface="Consolas" panose="020B0609020204030204" pitchFamily="49" charset="0"/>
              </a:rPr>
              <a:t> output);</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25599"/>
                </a:solidFill>
                <a:effectLst/>
                <a:uLnTx/>
                <a:uFillTx/>
                <a:latin typeface="Consolas" panose="020B0609020204030204" pitchFamily="49" charset="0"/>
              </a:rPr>
              <a:t>}</a:t>
            </a:r>
          </a:p>
        </p:txBody>
      </p:sp>
      <p:sp>
        <p:nvSpPr>
          <p:cNvPr id="9" name="Title 3"/>
          <p:cNvSpPr>
            <a:spLocks noGrp="1"/>
          </p:cNvSpPr>
          <p:nvPr>
            <p:ph type="title"/>
          </p:nvPr>
        </p:nvSpPr>
        <p:spPr>
          <a:xfrm>
            <a:off x="560799" y="11967"/>
            <a:ext cx="11079822" cy="1325375"/>
          </a:xfrm>
        </p:spPr>
        <p:txBody>
          <a:bodyPr>
            <a:normAutofit/>
          </a:bodyPr>
          <a:lstStyle/>
          <a:p>
            <a:r>
              <a:rPr lang="en-US" sz="5882" dirty="0" err="1" smtClean="0"/>
              <a:t>TagHelpers</a:t>
            </a:r>
            <a:r>
              <a:rPr lang="en-US" sz="5882" dirty="0" smtClean="0"/>
              <a:t>: Create Your Own</a:t>
            </a:r>
            <a:endParaRPr lang="en-US" sz="5882" dirty="0"/>
          </a:p>
        </p:txBody>
      </p:sp>
      <p:sp>
        <p:nvSpPr>
          <p:cNvPr id="10" name="TextBox 9"/>
          <p:cNvSpPr txBox="1"/>
          <p:nvPr/>
        </p:nvSpPr>
        <p:spPr>
          <a:xfrm>
            <a:off x="560799" y="3964766"/>
            <a:ext cx="10966720" cy="83099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smtClean="0">
                <a:ln>
                  <a:noFill/>
                </a:ln>
                <a:solidFill>
                  <a:schemeClr val="bg1"/>
                </a:solidFill>
                <a:effectLst/>
                <a:uLnTx/>
                <a:uFillTx/>
              </a:rPr>
              <a:t>Examples: </a:t>
            </a:r>
            <a:br>
              <a:rPr kumimoji="0" lang="en-US" sz="2400" b="0" i="0" u="none" strike="noStrike" kern="0" cap="none" spc="0" normalizeH="0" baseline="0" noProof="0" dirty="0" smtClean="0">
                <a:ln>
                  <a:noFill/>
                </a:ln>
                <a:solidFill>
                  <a:schemeClr val="bg1"/>
                </a:solidFill>
                <a:effectLst/>
                <a:uLnTx/>
                <a:uFillTx/>
              </a:rPr>
            </a:br>
            <a:r>
              <a:rPr kumimoji="0" lang="en-US" sz="2400" b="0" i="0" u="none" strike="noStrike" kern="0" cap="none" spc="0" normalizeH="0" baseline="0" noProof="0" dirty="0" smtClean="0">
                <a:ln>
                  <a:noFill/>
                </a:ln>
                <a:solidFill>
                  <a:schemeClr val="bg1"/>
                </a:solidFill>
                <a:effectLst/>
                <a:uLnTx/>
                <a:uFillTx/>
                <a:hlinkClick r:id="rId3"/>
              </a:rPr>
              <a:t>https</a:t>
            </a:r>
            <a:r>
              <a:rPr kumimoji="0" lang="en-US" sz="2400" b="0" i="0" u="none" strike="noStrike" kern="0" cap="none" spc="0" normalizeH="0" baseline="0" noProof="0" dirty="0">
                <a:ln>
                  <a:noFill/>
                </a:ln>
                <a:solidFill>
                  <a:schemeClr val="bg1"/>
                </a:solidFill>
                <a:effectLst/>
                <a:uLnTx/>
                <a:uFillTx/>
                <a:hlinkClick r:id="rId3"/>
              </a:rPr>
              <a:t>://</a:t>
            </a:r>
            <a:r>
              <a:rPr kumimoji="0" lang="en-US" sz="2400" b="0" i="0" u="none" strike="noStrike" kern="0" cap="none" spc="0" normalizeH="0" baseline="0" noProof="0" dirty="0" smtClean="0">
                <a:ln>
                  <a:noFill/>
                </a:ln>
                <a:solidFill>
                  <a:schemeClr val="bg1"/>
                </a:solidFill>
                <a:effectLst/>
                <a:uLnTx/>
                <a:uFillTx/>
                <a:hlinkClick r:id="rId3"/>
              </a:rPr>
              <a:t>github.com/aspnet/Mvc/tree/dev/src/Microsoft.AspNet.Mvc.TagHelpers</a:t>
            </a:r>
            <a:r>
              <a:rPr kumimoji="0" lang="en-US" sz="2400" b="0" i="0" u="none" strike="noStrike" kern="0" cap="none" spc="0" normalizeH="0" baseline="0" noProof="0" dirty="0" smtClean="0">
                <a:ln>
                  <a:noFill/>
                </a:ln>
                <a:solidFill>
                  <a:schemeClr val="bg1"/>
                </a:solidFill>
                <a:effectLst/>
                <a:uLnTx/>
                <a:uFillTx/>
              </a:rPr>
              <a:t> </a:t>
            </a:r>
            <a:endParaRPr kumimoji="0" lang="en-US" sz="2400" b="0" i="0" u="none" strike="noStrike" kern="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327191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Demo</a:t>
            </a:r>
            <a:endParaRPr lang="en-US" dirty="0"/>
          </a:p>
        </p:txBody>
      </p:sp>
      <p:sp>
        <p:nvSpPr>
          <p:cNvPr id="3" name="Subtitle 2"/>
          <p:cNvSpPr>
            <a:spLocks noGrp="1"/>
          </p:cNvSpPr>
          <p:nvPr>
            <p:ph type="subTitle" idx="1"/>
          </p:nvPr>
        </p:nvSpPr>
        <p:spPr/>
        <p:txBody>
          <a:bodyPr/>
          <a:lstStyle/>
          <a:p>
            <a:r>
              <a:rPr lang="en-US" sz="3921" dirty="0"/>
              <a:t>Tag Helpers</a:t>
            </a:r>
            <a:endParaRPr lang="en-US" dirty="0"/>
          </a:p>
        </p:txBody>
      </p:sp>
    </p:spTree>
    <p:extLst>
      <p:ext uri="{BB962C8B-B14F-4D97-AF65-F5344CB8AC3E}">
        <p14:creationId xmlns:p14="http://schemas.microsoft.com/office/powerpoint/2010/main" val="39549028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ASP.NET Identity</a:t>
            </a:r>
            <a:endParaRPr lang="en-US" dirty="0"/>
          </a:p>
        </p:txBody>
      </p:sp>
      <p:sp>
        <p:nvSpPr>
          <p:cNvPr id="5" name="Rectangle 4"/>
          <p:cNvSpPr/>
          <p:nvPr/>
        </p:nvSpPr>
        <p:spPr>
          <a:xfrm>
            <a:off x="560797" y="1936376"/>
            <a:ext cx="7216981" cy="2259106"/>
          </a:xfrm>
          <a:prstGeom prst="rect">
            <a:avLst/>
          </a:prstGeom>
          <a:solidFill>
            <a:srgbClr val="652F8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rPr>
              <a:t>The ASP.NET Identity system is designed to </a:t>
            </a:r>
            <a:r>
              <a:rPr kumimoji="0" lang="en-US" sz="2400" b="1" i="0" u="none" strike="noStrike" kern="0" cap="none" spc="0" normalizeH="0" baseline="0" noProof="0" dirty="0">
                <a:ln>
                  <a:noFill/>
                </a:ln>
                <a:solidFill>
                  <a:sysClr val="windowText" lastClr="000000"/>
                </a:solidFill>
                <a:effectLst/>
                <a:uLnTx/>
                <a:uFillTx/>
              </a:rPr>
              <a:t>replace the previous ASP.NET Membership and Simple Membership systems</a:t>
            </a:r>
            <a:r>
              <a:rPr kumimoji="0" lang="en-US" sz="2400" b="0" i="0" u="none" strike="noStrike" kern="0" cap="none" spc="0" normalizeH="0" baseline="0" noProof="0" dirty="0">
                <a:ln>
                  <a:noFill/>
                </a:ln>
                <a:solidFill>
                  <a:sysClr val="windowText" lastClr="000000"/>
                </a:solidFill>
                <a:effectLst/>
                <a:uLnTx/>
                <a:uFillTx/>
              </a:rPr>
              <a:t>. It includes profile support, OAuth integration, works with OWIN, and is included with the ASP.NET templates shipped with Visual Studio 2013.</a:t>
            </a:r>
          </a:p>
        </p:txBody>
      </p:sp>
      <p:sp>
        <p:nvSpPr>
          <p:cNvPr id="8" name="Rectangle 7"/>
          <p:cNvSpPr/>
          <p:nvPr/>
        </p:nvSpPr>
        <p:spPr>
          <a:xfrm>
            <a:off x="4423639" y="4649096"/>
            <a:ext cx="7216981" cy="1654885"/>
          </a:xfrm>
          <a:prstGeom prst="rect">
            <a:avLst/>
          </a:prstGeom>
          <a:solidFill>
            <a:srgbClr val="009C9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rPr>
              <a:t>The ASP.NET Identity system </a:t>
            </a:r>
            <a:r>
              <a:rPr kumimoji="0" lang="en-US" sz="2400" b="0" i="0" u="none" strike="noStrike" kern="0" cap="none" spc="0" normalizeH="0" baseline="0" noProof="0" dirty="0" smtClean="0">
                <a:ln>
                  <a:noFill/>
                </a:ln>
                <a:solidFill>
                  <a:sysClr val="windowText" lastClr="000000"/>
                </a:solidFill>
                <a:effectLst/>
                <a:uLnTx/>
                <a:uFillTx/>
              </a:rPr>
              <a:t>from ASP.NET 4.x forms the basis for the ASP.NET Identity system used </a:t>
            </a:r>
            <a:r>
              <a:rPr kumimoji="0" lang="en-US" sz="2400" b="0" i="0" u="none" strike="noStrike" kern="0" cap="none" spc="0" normalizeH="0" baseline="0" noProof="0" smtClean="0">
                <a:ln>
                  <a:noFill/>
                </a:ln>
                <a:solidFill>
                  <a:sysClr val="windowText" lastClr="000000"/>
                </a:solidFill>
                <a:effectLst/>
                <a:uLnTx/>
                <a:uFillTx/>
              </a:rPr>
              <a:t>in ASP.NET Core 1.0.</a:t>
            </a:r>
            <a:endParaRPr kumimoji="0" lang="en-US" sz="24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39784287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1965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__MASTER" val="__part_0"/>
  <p:tag name="__PART_0" val="eyIkaWQiOiIxIiwiQ3VsdHVyZUluZm9OYW1lIjoiZW4tVVMiLCJTdHlsZU5hbWUiOiJTdGFuZGFyZCIsIklzVGVtcGxhdGUiOmZhbHNlLCJWZXJzaW9uIjp7IiRpZCI6IjIiLCJWZXJzaW9uIjoiMy4wLjEiLCJPcmlnaW5hbEFzc2VtYmx5VmVyc2lvbiI6IjMuMDIuMDAuMDAiLCJFZGl0aW9uIjoiQmFzaWMiLCJJc1BsdXNFZGl0aW9uIjpmYWxzZX0sIkVmZmVjdCI6MCwiU3R5bGUiOnsiJGlkIjoiMyIsIlRpbWViYW5kU3R5bGUiOnsiJGlkIjoiNCIsIlNjYWxlTWFya2luZyI6MCwiU2hhcGUiOjAsIlNoYXBlU3R5bGUiOnsiJGlkIjoiNSIsIk1hcmdpbiI6eyIkaWQiOiI2IiwiVG9wIjowLCJMZWZ0IjoxMiwiUmlnaHQiOjEyLCJCb3R0b20iOjB9LCJQYWRkaW5nIjp7IiRpZCI6IjciLCJUb3AiOjUsIkxlZnQiOjAsIlJpZ2h0IjowLCJCb3R0b20iOjV9LCJCYWNrZ3JvdW5kIjp7IiRpZCI6IjgiLCJDb2xvciI6eyIkaWQiOiI5IiwiQSI6MjU1LCJSIjo2OCwiRyI6ODQsIkIiOjEwNn19LCJJc1Zpc2libGUiOnRydWUsIldpZHRoIjo4NTguMCwiSGVpZ2h0Ijoz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xOCwiRm9udE5hbWUiOiJDYWxpYnJpIiwiSXNCb2xkIjp0cnVlLCJJc0l0YWxpYyI6ZmFsc2UsIklzVW5kZXJsaW5lZCI6ZmFsc2UsIlBhcmVudFN0eWxlIjpudWxsfSwiQXV0b1NpemUiOjAsIkZvcmVncm91bmQiOnsiJGlkIjoiMTUiLCJDb2xvciI6eyIkaWQiOiIxNiIsIkEiOjI1NSwiUiI6MjU1LCJHIjoyNTUsIkIiOjI1NX19LCJNYXhXaWR0aCI6IkluZmluaXR5IiwiTWF4SGVpZ2h0IjoiSW5maW5pdHkiLCJTbWFydEZvcmVncm91bmRJc0FjdGl2ZSI6ZmFsc2UsIkhvcml6b250YWxBbGlnbm1lbnQiOjAsIlZlcnRpY2FsQWxpZ25tZW50IjowLCJTbWFydEZvcmVncm91bmQiOm51bGwsIk1hcmdpbiI6eyIkaWQiOiIxNyIsIlRvcCI6MCwiTGVmdCI6MCwiUmlnaHQiOjI1LCJCb3R0b20iOjB9LCJQYWRkaW5nIjp7IiRpZCI6IjE4IiwiVG9wIjowLCJMZWZ0IjowLCJSaWdodCI6MCwiQm90dG9tIjowfSwiQmFja2dyb3VuZCI6eyIkaWQiOiIxOSIsIkNvbG9yIjp7IiRpZCI6IjIwIiwiQSI6MCwiUiI6MCwiRyI6MCwiQiI6MH19LCJJc1Zpc2libGUiOnRydWUsIldpZHRoIjowLjAsIkhlaWdodCI6MC4wLCJCb3JkZXJTdHlsZSI6bnVsbCwiUGFyZW50U3R5bGUiOm51bGx9LCJMZWZ0RW5kQ2Fwc1N0eWxlIjp7IiRpZCI6IjIxIiwiRm9udFNldHRpbmdzIjp7IiRpZCI6IjIyIiwiRm9udFNpemUiOjE4LCJGb250TmFtZSI6IkNhbGlicmkiLCJJc0JvbGQiOnRydWUsIklzSXRhbGljIjpmYWxzZSwiSXNVbmRlcmxpbmVkIjpmYWxzZSwiUGFyZW50U3R5bGUiOm51bGx9LCJBdXRvU2l6ZSI6MCwiRm9yZWdyb3VuZCI6eyIkaWQiOiIyMyIsIkNvbG9yIjp7IiRpZCI6IjI0IiwiQSI6MjU1LCJSIjoyNTUsIkciOjI1NSwiQiI6MjU1fX0sIk1heFdpZHRoIjoiSW5maW5pdHkiLCJNYXhIZWlnaHQiOiJJbmZpbml0eSIsIlNtYXJ0Rm9yZWdyb3VuZElzQWN0aXZlIjpmYWxzZSwiSG9yaXpvbnRhbEFsaWdubWVudCI6MCwiVmVydGljYWxBbGlnbm1lbnQiOjAsIlNtYXJ0Rm9yZWdyb3VuZCI6bnVsbCwiTWFyZ2luIjp7IiRpZCI6IjI1IiwiVG9wIjowLCJMZWZ0IjoyNSwiUmlnaHQiOjAsIkJvdHRvbSI6MH0sIlBhZGRpbmciOnsiJGlkIjoiMjYiLCJUb3AiOjAsIkxlZnQiOjAsIlJpZ2h0IjowLCJCb3R0b20iOjB9LCJCYWNrZ3JvdW5kIjp7IiRpZCI6IjI3IiwiQ29sb3IiOnsiJHJlZiI6IjIwIn19LCJJc1Zpc2libGUiOnRydWUsIldpZHRoIjowLjAsIkhlaWdodCI6MC4wLCJCb3JkZXJTdHlsZSI6bnVsbCwiUGFyZW50U3R5bGUiOm51bGx9LCJUb2RheVRleHRTdHlsZSI6eyIkaWQiOiIyOCIsIkZvbnRTZXR0aW5ncyI6eyIkaWQiOiIyOSIsIkZvbnRTaXplIjoxMiwiRm9udE5hbWUiOiJDYWxpYnJpIiwiSXNCb2xkIjpmYWxzZSwiSXNJdGFsaWMiOmZhbHNlLCJJc1VuZGVybGluZWQiOmZhbHNlLCJQYXJlbnRTdHlsZSI6bnVsbH0sIkF1dG9TaXplIjowLCJGb3JlZ3JvdW5kIjp7IiRpZCI6IjMwIiwiQ29sb3IiOnsiJGlkIjoiMzEiLCJBIjoyNTUsIlIiOjAsIkciOjAsIkIiOjB9fSwiTWF4V2lkdGgiOjIwMC4wLCJNYXhIZWlnaHQiOiJJbmZpbml0eSIsIlNtYXJ0Rm9yZWdyb3VuZElzQWN0aXZlIjpmYWxzZSwiSG9yaXpvbnRhbEFsaWdubWVudCI6MCwiVmVydGljYWxBbGlnbm1lbnQiOjAsIlNtYXJ0Rm9yZWdyb3VuZCI6bnVsbCwiTWFyZ2luIjp7IiRpZCI6IjMyIiwiVG9wIjowLCJMZWZ0IjowLCJSaWdodCI6MCwiQm90dG9tIjowfSwiUGFkZGluZyI6eyIkaWQiOiIzMyIsIlRvcCI6MCwiTGVmdCI6MCwiUmlnaHQiOjAsIkJvdHRvbSI6MH0sIkJhY2tncm91bmQiOnsiJGlkIjoiMzQiLCJDb2xvciI6eyIkcmVmIjoiMjAifX0sIklzVmlzaWJsZSI6dHJ1ZSwiV2lkdGgiOjAuMCwiSGVpZ2h0IjowLjAsIkJvcmRlclN0eWxlIjpudWxsLCJQYXJlbnRTdHlsZSI6bnVsbH0sIlRvZGF5TWFya2VyU3R5bGUiOnsiJGlkIjoiMzUiLCJNYXJnaW4iOnsiJGlkIjoiMzYiLCJUb3AiOjAsIkxlZnQiOjAsIlJpZ2h0IjowLCJCb3R0b20iOjB9LCJQYWRkaW5nIjp7IiRpZCI6IjM3IiwiVG9wIjowLCJMZWZ0IjowLCJSaWdodCI6MCwiQm90dG9tIjowfSwiQmFja2dyb3VuZCI6eyIkaWQiOiIzOCIsIkNvbG9yIjp7IiRpZCI6IjM5IiwiQSI6MjU1LCJSIjoyNTUsIkciOjAsIkIiOjB9fSwiSXNWaXNpYmxlIjp0cnVlLCJXaWR0aCI6MC4wLCJIZWlnaHQiOjAuMCwiQm9yZGVyU3R5bGUiOm51bGwsIlBhcmVudFN0eWxlIjpudWxsfSwiU2NhbGVTdHlsZSI6eyIkaWQiOiI0MCIsIlNob3dTZWdtZW50U2VwYXJhdG9ycyI6dHJ1ZSwiU2VnbWVudFNlcGFyYXRvck9wYWNpdHkiOjMwLCJGb250U2V0dGluZ3MiOnsiJGlkIjoiNDEiLCJGb250U2l6ZSI6MTIsIkZvbnROYW1lIjoiQ2FsaWJyaSIsIklzQm9sZCI6ZmFsc2UsIklzSXRhbGljIjpmYWxzZSwiSXNVbmRlcmxpbmVkIjpmYWxzZSwiUGFyZW50U3R5bGUiOm51bGx9LCJBdXRvU2l6ZSI6MCwiRm9yZWdyb3VuZCI6eyIkaWQiOiI0MiIsIkNvbG9yIjp7IiRpZCI6IjQzIiwiQSI6MjU1LCJSIjoyNTUsIkciOjI1NSwiQiI6MjU1fX0sIk1heFdpZHRoIjoyMDAuMCwiTWF4SGVpZ2h0IjoiSW5maW5pdHkiLCJTbWFydEZvcmVncm91bmRJc0FjdGl2ZSI6ZmFsc2UsIkhvcml6b250YWxBbGlnbm1lbnQiOjAsIlZlcnRpY2FsQWxpZ25tZW50IjoxLCJTbWFydEZvcmVncm91bmQiOm51bGwsIk1hcmdpbiI6eyIkaWQiOiI0NCIsIlRvcCI6MCwiTGVmdCI6NSwiUmlnaHQiOjAsIkJvdHRvbSI6MH0sIlBhZGRpbmciOnsiJGlkIjoiNDUiLCJUb3AiOjAsIkxlZnQiOjAsIlJpZ2h0IjowLCJCb3R0b20iOjB9LCJCYWNrZ3JvdW5kIjp7IiRpZCI6IjQ2IiwiQ29sb3IiOnsiJHJlZiI6IjIwIn19LCJJc1Zpc2libGUiOnRydWUsIldpZHRoIjowLjAsIkhlaWdodCI6MC4wLCJCb3JkZXJTdHlsZSI6bnVsbCwiUGFyZW50U3R5bGUiOm51bGx9LCJFbGFwc2VkVGltZUJhY2tncm91bmQiOnsiJGlkIjoiNDciLCJDb2xvciI6eyIkaWQiOiI0OCIsIkEiOjE5MSwiUiI6MjU1LCJHIjowLCJCIjowfX0sIkFwcGVuZFllYXJPblllYXJDaGFuZ2UiOnRydWUsIkVsYXBzZWRUaW1lRm9ybWF0IjoyLCJUb2RheU1hcmtlclBvc2l0aW9uIjozLCJRdWlja1Bvc2l0aW9uIjoxLCJBYnNvbHV0ZVBvc2l0aW9uIjoyNDAuMCwiTWFyZ2luIjp7IiRpZCI6IjQ5IiwiVG9wIjowLCJMZWZ0IjoxMCwiUmlnaHQiOjEwLCJCb3R0b20iOjB9LCJQYWRkaW5nIjp7IiRpZCI6IjUwIiwiVG9wIjowLCJMZWZ0IjowLCJSaWdodCI6MCwiQm90dG9tIjowfSwiQmFja2dyb3VuZCI6eyIkaWQiOiI1MSIsIkNvbG9yIjp7IiRpZCI6IjUyIiwiQSI6MjU1LCJSIjozMSwiRyI6NzMsIkIiOjEyNX19LCJJc1Zpc2libGUiOnRydWUsIldpZHRoIjowLjAsIkhlaWdodCI6MC4wLCJCb3JkZXJTdHlsZSI6bnVsbCwiUGFyZW50U3R5bGUiOm51bGx9LCJEZWZhdWx0TWlsZXN0b25lU3R5bGUiOnsiJGlkIjoiNTMiLCJTaGFwZSI6MiwiQ29ubmVjdG9yTWFyZ2luIjp7IiRpZCI6IjU0IiwiVG9wIjowLCJMZWZ0IjoyLCJSaWdodCI6MiwiQm90dG9tIjowfSwiQ29ubmVjdG9yU3R5bGUiOnsiJGlkIjoiNTUiLCJMaW5lQ29sb3IiOnsiJGlkIjoiNTYiLCIkdHlwZSI6Ik5MUkUuQ29tbW9uLkRvbS5Tb2xpZENvbG9yQnJ1c2gsIE5MUkUuQ29tbW9uIiwiQ29sb3IiOnsiJGlkIjoiNTciLCJBIjoyNTUsIlIiOjMxLCJHIjo3MywiQiI6MTI2fX0sIkxpbmVXZWlnaHQiOjEuMCwiTGluZVR5cGUiOjAsIlBhcmVudFN0eWxlIjpudWxsfSwiSXNCZWxvd1RpbWViYW5kIjpmYWxzZSwiSGlkZURhdGUiOmZhbHNlLCJTaGFwZVNpemUiOjEsIlNwYWNpbmciOjEuMCwiUGFkZGluZyI6eyIkaWQiOiI1OCIsIlRvcCI6NywiTGVmdCI6MywiUmlnaHQiOjAsIkJvdHRvbSI6Mn0sIlNoYXBlU3R5bGUiOnsiJGlkIjoiNTkiLCJNYXJnaW4iOnsiJGlkIjoiNjAiLCJUb3AiOjAsIkxlZnQiOjAsIlJpZ2h0IjowLCJCb3R0b20iOjB9LCJQYWRkaW5nIjp7IiRpZCI6IjYxIiwiVG9wIjowLCJMZWZ0IjowLCJSaWdodCI6MCwiQm90dG9tIjowfSwiQmFja2dyb3VuZCI6bnVsbCwiSXNWaXNpYmxlIjp0cnVlLCJXaWR0aCI6MTguMCwiSGVpZ2h0IjoyMC4wLCJCb3JkZXJTdHlsZSI6eyIkaWQiOiI2MiIsIkxpbmVDb2xvciI6eyIkaWQiOiI2MyIsIiR0eXBlIjoiTkxSRS5Db21tb24uRG9tLlNvbGlkQ29sb3JCcnVzaCwgTkxSRS5Db21tb24iLCJDb2xvciI6eyIkaWQiOiI2NCIsIkEiOjI1NSwiUiI6MjU1LCJHIjowLCJCIjowfX0sIkxpbmVXZWlnaHQiOjAuMCwiTGluZVR5cGUiOjAsIlBhcmVudFN0eWxlIjpudWxsfSwiUGFyZW50U3R5bGUiOm51bGx9LCJUaXRsZVN0eWxlIjp7IiRpZCI6IjY1IiwiRm9udFNldHRpbmdzIjp7IiRpZCI6IjY2IiwiRm9udFNpemUiOjExLCJGb250TmFtZSI6IkNhbGlicmkiLCJJc0JvbGQiOnRydW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AsIlZlcnRpY2FsQWxpZ25tZW50IjowLCJTbWFydEZvcmVncm91bmQiOm51bGwsIk1hcmdpbiI6eyIkaWQiOiI2OSIsIlRvcCI6MCwiTGVmdCI6MCwiUmlnaHQiOjAsIkJvdHRvbSI6MH0sIlBhZGRpbmciOnsiJGlkIjoiNzAiLCJUb3AiOjAsIkxlZnQiOjAsIlJpZ2h0IjowLCJCb3R0b20iOjB9LCJCYWNrZ3JvdW5kIjp7IiRpZCI6IjcxIiwiQ29sb3IiOnsiJHJlZiI6IjIwIn19LCJJc1Zpc2libGUiOnRydWUsIldpZHRoIjowLjAsIkhlaWdodCI6MC4wLCJCb3JkZXJTdHlsZSI6bnVsbCwiUGFyZW50U3R5bGUiOm51bGx9LCJEYXRlU3R5bGUiOnsiJGlkIjoiNzIiLCJGb250U2V0dGluZ3MiOnsiJGlkIjoiNzMiLCJGb250U2l6ZSI6MTAsIkZvbnROYW1lIjoiQ2FsaWJyaSIsIklzQm9sZCI6ZmFsc2UsIklzSXRhbGljIjpmYWxzZSwiSXNVbmRlcmxpbmVkIjpmYWxzZSwiUGFyZW50U3R5bGUiOm51bGx9LCJBdXRvU2l6ZSI6MCwiRm9yZWdyb3VuZCI6eyIkaWQiOiI3NCIsIkNvbG9yIjp7IiRpZCI6Ijc1IiwiQSI6MjU1LCJSIjozMSwiRyI6NzMsIkIiOjEyNn19LCJNYXhXaWR0aCI6MjAwLjAsIk1heEhlaWdodCI6IkluZmluaXR5IiwiU21hcnRGb3JlZ3JvdW5kSXNBY3RpdmUiOmZhbHNlLCJIb3Jpem9udGFsQWxpZ25tZW50IjowLCJWZXJ0aWNhbEFsaWdubWVudCI6MCwiU21hcnRGb3JlZ3JvdW5kIjpudWxsLCJNYXJnaW4iOnsiJGlkIjoiNzYiLCJUb3AiOjAsIkxlZnQiOjAsIlJpZ2h0IjowLCJCb3R0b20iOjB9LCJQYWRkaW5nIjp7IiRpZCI6Ijc3IiwiVG9wIjowLCJMZWZ0IjowLCJSaWdodCI6MCwiQm90dG9tIjowfSwiQmFja2dyb3VuZCI6eyIkaWQiOiI3OCIsIkNvbG9yIjp7IiRyZWYiOiIyMCJ9fSwiSXNWaXNpYmxlIjp0cnVlLCJXaWR0aCI6MC4wLCJIZWlnaHQiOjAuMCwiQm9yZGVyU3R5bGUiOm51bGwsIlBhcmVudFN0eWxlIjpudWxsfSwiRGF0ZUZvcm1hdCI6eyIkaWQiOiI3OSIsIkZvcm1hdFN0cmluZyI6Ik0vZC95eXl5IiwiU2VwYXJhdG9yIjoiLyIsIlVzZUludGVybmF0aW9uYWxEYXRlRm9ybWF0IjpmYWxzZX0sIklzVmlzaWJsZSI6dHJ1ZSwiUGFyZW50U3R5bGUiOm51bGx9LCJEZWZhdWx0VGFza1N0eWxlIjp7IiRpZCI6IjgwIiwiU2hhcGUiOjAsIlNoYXBlVGhpY2tuZXNzIjoxLCJEdXJhdGlvbkZvcm1hdCI6MCwiSW5jbHVkZU5vbldvcmtpbmdEYXlzSW5EdXJhdGlvbiI6ZmFsc2UsIlBlcmNlbnRhZ2VDb21wbGV0ZVN0eWxlIjp7IiRpZCI6IjgxIiwiRm9udFNldHRpbmdzIjp7IiRpZCI6IjgyIiwiRm9udFNpemUiOjEwLCJGb250TmFtZSI6IkNhbGlicmkiLCJJc0JvbGQiOmZhbHNlLCJJc0l0YWxpYyI6ZmFsc2UsIklzVW5kZXJsaW5lZCI6ZmFsc2UsIlBhcmVudFN0eWxlIjpudWxsfSwiQXV0b1NpemUiOjAsIkZvcmVncm91bmQiOnsiJGlkIjoiODMiLCJDb2xvciI6eyIkaWQiOiI4NCIsIkEiOjI1NSwiUiI6MTkyLCJHIjo4MCwiQiI6Nzd9fSwiTWF4V2lkdGgiOjIwMC4wLCJNYXhIZWlnaHQiOiJJbmZpbml0eSIsIlNtYXJ0Rm9yZWdyb3VuZElzQWN0aXZlIjpmYWxzZSwiSG9yaXpvbnRhbEFsaWdubWVudCI6MCwiVmVydGljYWxBbGlnbm1lbnQiOjAsIlNtYXJ0Rm9yZWdyb3VuZCI6bnVsbCwiTWFyZ2luIjp7IiRpZCI6Ijg1IiwiVG9wIjowLCJMZWZ0IjowLCJSaWdodCI6MCwiQm90dG9tIjowfSwiUGFkZGluZyI6eyIkaWQiOiI4NiIsIlRvcCI6MCwiTGVmdCI6MCwiUmlnaHQiOjAsIkJvdHRvbSI6MH0sIkJhY2tncm91bmQiOnsiJGlkIjoiODciLCJDb2xvciI6eyIkcmVmIjoiMjAifX0sIklzVmlzaWJsZSI6dHJ1ZSwiV2lkdGgiOjAuMCwiSGVpZ2h0IjowLjAsIkJvcmRlclN0eWxlIjpudWxsLCJQYXJlbnRTdHlsZSI6bnVsbH0sIkR1cmF0aW9uU3R5bGUiOnsiJGlkIjoiODgiLCJGb250U2V0dGluZ3MiOnsiJGlkIjoiODkiLCJGb250U2l6ZSI6MTAsIkZvbnROYW1lIjoiQ2FsaWJyaSIsIklzQm9sZCI6ZmFsc2UsIklzSXRhbGljIjpmYWxzZSwiSXNVbmRlcmxpbmVkIjpmYWxzZSwiUGFyZW50U3R5bGUiOm51bGx9LCJBdXRvU2l6ZSI6MCwiRm9yZWdyb3VuZCI6eyIkaWQiOiI5MCIsIkNvbG9yIjp7IiRpZCI6IjkxIiwiQSI6MjU1LCJSIjoxOTIsIkciOjgwLCJCIjo3N319LCJNYXhXaWR0aCI6MjAwLjAsIk1heEhlaWdodCI6IkluZmluaXR5IiwiU21hcnRGb3JlZ3JvdW5kSXNBY3RpdmUiOmZhbHNlLCJIb3Jpem9udGFsQWxpZ25tZW50IjowLCJWZXJ0aWNhbEFsaWdubWVudCI6MCwiU21hcnRGb3JlZ3JvdW5kIjpudWxsLCJNYXJnaW4iOnsiJGlkIjoiOTIiLCJUb3AiOjAsIkxlZnQiOjAsIlJpZ2h0IjowLCJCb3R0b20iOjB9LCJQYWRkaW5nIjp7IiRpZCI6IjkzIiwiVG9wIjowLCJMZWZ0IjowLCJSaWdodCI6MCwiQm90dG9tIjowfSwiQmFja2dyb3VuZCI6eyIkaWQiOiI5NCIsIkNvbG9yIjp7IiRyZWYiOiIyMCJ9fSwiSXNWaXNpYmxlIjp0cnVlLCJXaWR0aCI6MC4wLCJIZWlnaHQiOjAuMCwiQm9yZGVyU3R5bGUiOm51bGwsIlBhcmVudFN0eWxlIjpudWxsfSwiSG9yaXpvbnRhbENvbm5lY3RvclN0eWxlIjp7IiRpZCI6Ijk1IiwiTGluZUNvbG9yIjp7IiRpZCI6Ijk2IiwiJHR5cGUiOiJOTFJFLkNvbW1vbi5Eb20uU29saWRDb2xvckJydXNoLCBOTFJFLkNvbW1vbiIsIkNvbG9yIjp7IiRpZCI6Ijk3IiwiQSI6MjU1LCJSIjoyMDQsIkciOjIwNCwiQiI6MjA0fX0sIkxpbmVXZWlnaHQiOjEuMCwiTGluZVR5cGUiOjAsIlBhcmVudFN0eWxlIjpudWxsfSwiVmVydGljYWxDb25uZWN0b3JTdHlsZSI6eyIkaWQiOiI5OCIsIkxpbmVDb2xvciI6eyIkaWQiOiI5OSIsIiR0eXBlIjoiTkxSRS5Db21tb24uRG9tLlNvbGlkQ29sb3JCcnVzaCwgTkxSRS5Db21tb24iLCJDb2xvciI6eyIkaWQiOiIxMDAiLCJBIjoyNTUsIlIiOjIwNCwiRyI6MjA0LCJCIjoyMDR9fSwiTGluZVdlaWdodCI6MC4wLCJMaW5lVHlwZSI6MCwiUGFyZW50U3R5bGUiOm51bGx9LCJNYXJnaW4iOm51bGwsIlN0YXJ0RGF0ZVBvc2l0aW9uIjo0LCJFbmREYXRlUG9zaXRpb24iOjQsIlRpdGxlUG9zaXRpb24iOjUsIkR1cmF0aW9uUG9zaXRpb24iOjYsIlBlcmNlbnRhZ2VDb21wbGV0ZWRQb3NpdGlvbiI6NiwiU3BhY2luZyI6NSwiSXNCZWxvd1RpbWViYW5kIjp0cnVlLCJQZXJjZW50YWdlQ29tcGxldGVTaGFwZU9wYWNpdHkiOjM1LCJTaGFwZVN0eWxlIjp7IiRpZCI6IjEwMSIsIk1hcmdpbiI6eyIkaWQiOiIxMDIiLCJUb3AiOjAsIkxlZnQiOjQsIlJpZ2h0Ijo0LCJCb3R0b20iOjB9LCJQYWRkaW5nIjp7IiRpZCI6IjEwMyIsIlRvcCI6MCwiTGVmdCI6MCwiUmlnaHQiOjAsIkJvdHRvbSI6MH0sIkJhY2tncm91bmQiOm51bGwsIklzVmlzaWJsZSI6dHJ1ZSwiV2lkdGgiOjAuMCwiSGVpZ2h0IjoxNi4wLCJCb3JkZXJTdHlsZSI6eyIkaWQiOiIxMDQiLCJMaW5lQ29sb3IiOnsiJGlkIjoiMTA1IiwiJHR5cGUiOiJOTFJFLkNvbW1vbi5Eb20uU29saWRDb2xvckJydXNoLCBOTFJFLkNvbW1vbiIsIkNvbG9yIjp7IiRpZCI6IjEwNiIsIkEiOjI1NSwiUiI6MjU1LCJHIjowLCJCIjowfX0sIkxpbmVXZWlnaHQiOjAuMCwiTGluZVR5cGUiOjAsIlBhcmVudFN0eWxlIjpudWxsfSwiUGFyZW50U3R5bGUiOm51bGx9LCJUaXRsZVN0eWxlIjp7IiRpZCI6IjEwNyIsIkZvbnRTZXR0aW5ncyI6eyIkaWQiOiIxMDgiLCJGb250U2l6ZSI6MTEsIkZvbnROYW1lIjoiQ2FsaWJyaSIsIklzQm9sZCI6dHJ1ZSwiSXNJdGFsaWMiOmZhbHNlLCJJc1VuZGVybGluZWQiOmZhbHNlLCJQYXJlbnRTdHlsZSI6bnVsbH0sIkF1dG9TaXplIjowLCJGb3JlZ3JvdW5kIjp7IiRpZCI6IjEwOSIsIkNvbG9yIjp7IiRpZCI6IjExMCIsIkEiOjI1NSwiUiI6MCwiRyI6MCwiQiI6MH19LCJNYXhXaWR0aCI6OTYwLjAsIk1heEhlaWdodCI6IkluZmluaXR5IiwiU21hcnRGb3JlZ3JvdW5kSXNBY3RpdmUiOmZhbHNlLCJIb3Jpem9udGFsQWxpZ25tZW50IjowLCJWZXJ0aWNhbEFsaWdubWVudCI6MCwiU21hcnRGb3JlZ3JvdW5kIjpudWxsLCJNYXJnaW4iOnsiJGlkIjoiMTExIiwiVG9wIjowLCJMZWZ0IjowLCJSaWdodCI6MCwiQm90dG9tIjowfSwiUGFkZGluZyI6eyIkaWQiOiIxMTIiLCJUb3AiOjAsIkxlZnQiOjAsIlJpZ2h0IjowLCJCb3R0b20iOjB9LCJCYWNrZ3JvdW5kIjp7IiRpZCI6IjExMyIsIkNvbG9yIjp7IiRyZWYiOiIyMCJ9fSwiSXNWaXNpYmxlIjp0cnVlLCJXaWR0aCI6MC4wLCJIZWlnaHQiOjAuMCwiQm9yZGVyU3R5bGUiOm51bGwsIlBhcmVudFN0eWxlIjpudWxsfSwiRGF0ZVN0eWxlIjp7IiRpZCI6IjExNCIsIkZvbnRTZXR0aW5ncyI6eyIkaWQiOiIxMTUiLCJGb250U2l6ZSI6MTAsIkZvbnROYW1lIjoiQ2FsaWJyaSIsIklzQm9sZCI6ZmFsc2UsIklzSXRhbGljIjpmYWxzZSwiSXNVbmRlcmxpbmVkIjpmYWxzZSwiUGFyZW50U3R5bGUiOm51bGx9LCJBdXRvU2l6ZSI6MCwiRm9yZWdyb3VuZCI6eyIkaWQiOiIxMTYiLCJDb2xvciI6eyIkaWQiOiIxMTciLCJBIjoyNTUsIlIiOjMxLCJHIjo3MywiQiI6MTI2fX0sIk1heFdpZHRoIjoyMDAuMCwiTWF4SGVpZ2h0IjoiSW5maW5pdHkiLCJTbWFydEZvcmVncm91bmRJc0FjdGl2ZSI6ZmFsc2UsIkhvcml6b250YWxBbGlnbm1lbnQiOjAsIlZlcnRpY2FsQWxpZ25tZW50IjowLCJTbWFydEZvcmVncm91bmQiOm51bGwsIk1hcmdpbiI6eyIkaWQiOiIxMTgiLCJUb3AiOjAsIkxlZnQiOjAsIlJpZ2h0IjowLCJCb3R0b20iOjB9LCJQYWRkaW5nIjp7IiRpZCI6IjExOSIsIlRvcCI6MCwiTGVmdCI6MCwiUmlnaHQiOjAsIkJvdHRvbSI6MH0sIkJhY2tncm91bmQiOnsiJGlkIjoiMTIwIiwiQ29sb3IiOnsiJHJlZiI6IjIwIn19LCJJc1Zpc2libGUiOnRydWUsIldpZHRoIjowLjAsIkhlaWdodCI6MC4wLCJCb3JkZXJTdHlsZSI6bnVsbCwiUGFyZW50U3R5bGUiOm51bGx9LCJEYXRlRm9ybWF0Ijp7IiRpZCI6IjEyMSIsIkZvcm1hdFN0cmluZyI6Ik0vZC95eXl5IiwiU2VwYXJhdG9yIjoiLyIsIlVzZUludGVybmF0aW9uYWxEYXRlRm9ybWF0IjpmYWxzZX0sIklzVmlzaWJsZSI6dHJ1ZSwiUGFyZW50U3R5bGUiOm51bGx9LCJTaG93RWxhcHNlZFRpbWVHcmFkaWVudFN0eWxlIjpmYWxzZX0sIlNjYWxlIjp7IiRpZCI6IjEyMiIsIlN0YXJ0RGF0ZSI6IjIwMTMtMTAtMDFUMjM6NTk6NTkuOTk5WiIsIkVuZERhdGUiOiIyMDE1LTExLTE4VDAwOjAwOjAwIiwiRm9ybWF0IjoiTU1NIiwiVHlwZSI6MiwiQXV0b0RhdGVSYW5nZSI6ZmFsc2UsIldvcmtpbmdEYXlzIjozMSwiVG9kYXlNYXJrZXJUZXh0IjoiVG9kYXkiLCJBdXRvU2NhbGVUeXBlIjp0cnVlfSwiTWlsZXN0b25lcyI6W3siJGlkIjoiMTIzIiwiRGF0ZSI6IjIwMTMtMTAtMDFUMjM6NTk6NTkuOTk5WiIsIlN0eWxlIjp7IiRpZCI6IjEyNCIsIlNoYXBlIjoyLCJDb25uZWN0b3JNYXJnaW4iOnsiJHJlZiI6IjU0In0sIkNvbm5lY3RvclN0eWxlIjp7IiRpZCI6IjEyNSIsIkxpbmVDb2xvciI6eyIkaWQiOiIxMjYiLCIkdHlwZSI6Ik5MUkUuQ29tbW9uLkRvbS5Tb2xpZENvbG9yQnJ1c2gsIE5MUkUuQ29tbW9uIiwiQ29sb3IiOnsiJGlkIjoiMTI3IiwiQSI6MTI3LCJSIjoyNTUsIkciOjI1NSwiQiI6MjU1fX0sIkxpbmVXZWlnaHQiOjEuMCwiTGluZVR5cGUiOjAsIlBhcmVudFN0eWxlIjp7IiRyZWYiOiI1NSJ9fSwiSXNCZWxvd1RpbWViYW5kIjpmYWxzZSwiSGlkZURhdGUiOmZhbHNlLCJTaGFwZVNpemUiOjEsIlNwYWNpbmciOjEuMCwiUGFkZGluZyI6eyIkcmVmIjoiNTgifSwiU2hhcGVTdHlsZSI6eyIkaWQiOiIxMjgiLCJNYXJnaW4iOnsiJHJlZiI6IjYwIn0sIlBhZGRpbmciOnsiJHJlZiI6IjYxIn0sIkJhY2tncm91bmQiOnsiJGlkIjoiMTI5IiwiQ29sb3IiOnsiJGlkIjoiMTMwIiwiQSI6MjU1LCJSIjoyNTUsIkciOjI1NSwiQiI6MjU1fX0sIklzVmlzaWJsZSI6dHJ1ZSwiV2lkdGgiOjE4LjAsIkhlaWdodCI6MjAuMCwiQm9yZGVyU3R5bGUiOnsiJGlkIjoiMTMxIiwiTGluZUNvbG9yIjp7IiRyZWYiOiI2MyJ9LCJMaW5lV2VpZ2h0IjowLjAsIkxpbmVUeXBlIjowLCJQYXJlbnRTdHlsZSI6eyIkcmVmIjoiNjIifX0sIlBhcmVudFN0eWxlIjp7IiRyZWYiOiI1OSJ9fSwiVGl0bGVTdHlsZSI6eyIkaWQiOiIxMzIiLCJGb250U2V0dGluZ3MiOnsiJGlkIjoiMTMzIiwiRm9udFNpemUiOjExLCJGb250TmFtZSI6IkNhbGlicmkiLCJJc0JvbGQiOnRydWUsIklzSXRhbGljIjpmYWxzZSwiSXNVbmRlcmxpbmVkIjpmYWxzZSwiUGFyZW50U3R5bGUiOnsiJHJlZiI6IjY2In19LCJBdXRvU2l6ZSI6MiwiRm9yZWdyb3VuZCI6eyIkcmVmIjoiNjcifSwiTWF4V2lkdGgiOjEyOC45MjkxMzgxODM1OTM3NSwiTWF4SGVpZ2h0IjoiSW5maW5pdHkiLCJTbWFydEZvcmVncm91bmRJc0FjdGl2ZSI6ZmFsc2UsIkhvcml6b250YWxBbGlnbm1lbnQiOjAsIlZlcnRpY2FsQWxpZ25tZW50IjowLCJTbWFydEZvcmVncm91bmQiOm51bGwsIk1hcmdpbiI6eyIkcmVmIjoiNjkifSwiUGFkZGluZyI6eyIkcmVmIjoiNzAifSwiQmFja2dyb3VuZCI6eyIkcmVmIjoiNzEifSwiSXNWaXNpYmxlIjp0cnVlLCJXaWR0aCI6MC4wLCJIZWlnaHQiOjAuMCwiQm9yZGVyU3R5bGUiOnsiJGlkIjoiMTM0IiwiTGluZUNvbG9yIjpudWxsLCJMaW5lV2VpZ2h0IjowLjAsIkxpbmVUeXBlIjowLCJQYXJlbnRTdHlsZSI6bnVsbH0sIlBhcmVudFN0eWxlIjp7IiRyZWYiOiI2NSJ9fSwiRGF0ZVN0eWxlIjp7IiRpZCI6IjEzNSIsIkZvbnRTZXR0aW5ncyI6eyIkaWQiOiIxMzYiLCJGb250U2l6ZSI6MTAsIkZvbnROYW1lIjoiQ2FsaWJyaSIsIklzQm9sZCI6ZmFsc2UsIklzSXRhbGljIjpmYWxzZSwiSXNVbmRlcmxpbmVkIjpmYWxzZSwiUGFyZW50U3R5bGUiOnsiJHJlZiI6IjczIn19LCJBdXRvU2l6ZSI6MCwiRm9yZWdyb3VuZCI6eyIkcmVmIjoiNzQifSwiTWF4V2lkdGgiOjIwMC4wLCJNYXhIZWlnaHQiOiJJbmZpbml0eSIsIlNtYXJ0Rm9yZWdyb3VuZElzQWN0aXZlIjpmYWxzZSwiSG9yaXpvbnRhbEFsaWdubWVudCI6MCwiVmVydGljYWxBbGlnbm1lbnQiOjAsIlNtYXJ0Rm9yZWdyb3VuZCI6bnVsbCwiTWFyZ2luIjp7IiRyZWYiOiI3NiJ9LCJQYWRkaW5nIjp7IiRyZWYiOiI3NyJ9LCJCYWNrZ3JvdW5kIjp7IiRyZWYiOiI3OCJ9LCJJc1Zpc2libGUiOnRydWUsIldpZHRoIjowLjAsIkhlaWdodCI6MC4wLCJCb3JkZXJTdHlsZSI6eyIkaWQiOiIxMzciLCJMaW5lQ29sb3IiOm51bGwsIkxpbmVXZWlnaHQiOjAuMCwiTGluZVR5cGUiOjAsIlBhcmVudFN0eWxlIjpudWxsfSwiUGFyZW50U3R5bGUiOnsiJHJlZiI6IjcyIn19LCJEYXRlRm9ybWF0Ijp7IiRyZWYiOiI3OSJ9LCJJc1Zpc2libGUiOnRydWUsIlBhcmVudFN0eWxlIjp7IiRyZWYiOiI1MyJ9fSwiUG9zaXRpb24iOnsiJGlkIjoiMTM4IiwiUmF0aW8iOjAuMTcxNzM0NTY0NTEwMzkyNTQsIklzQ3VzdG9tIjp0cnVlfSwiSWQiOiI1YzI2NGZmOS0xOGQwLTQ5M2UtOGRkMC03NmQ1ZGQwODMyMTMiLCJUaXRsZSI6IlZpc3VhbCBTdHVkaW8gMjAxMyIsIk5vdGUiOm51bGwsIkh5cGVybGluayI6bnVsbCwiSXNDaGFuZ2VkIjpmYWxzZSwiSXNOZXciOmZhbHNlfSx7IiRpZCI6IjEzOSIsIkRhdGUiOiIyMDE0LTAxLTE1VDIzOjU5OjU5Ljk5OVoiLCJTdHlsZSI6eyIkaWQiOiIxNDAiLCJTaGFwZSI6MiwiQ29ubmVjdG9yTWFyZ2luIjp7IiRyZWYiOiI1NCJ9LCJDb25uZWN0b3JTdHlsZSI6eyIkaWQiOiIxNDEiLCJMaW5lQ29sb3IiOnsiJGlkIjoiMTQyIiwiJHR5cGUiOiJOTFJFLkNvbW1vbi5Eb20uU29saWRDb2xvckJydXNoLCBOTFJFLkNvbW1vbiIsIkNvbG9yIjp7IiRpZCI6IjE0MyIsIkEiOjEyNywiUiI6MCwiRyI6MTc2LCJCIjoyNDB9fSwiTGluZVdlaWdodCI6MS4wLCJMaW5lVHlwZSI6MCwiUGFyZW50U3R5bGUiOnsiJHJlZiI6IjU1In19LCJJc0JlbG93VGltZWJhbmQiOmZhbHNlLCJIaWRlRGF0ZSI6ZmFsc2UsIlNoYXBlU2l6ZSI6MSwiU3BhY2luZyI6MS4wLCJQYWRkaW5nIjp7IiRyZWYiOiI1OCJ9LCJTaGFwZVN0eWxlIjp7IiRpZCI6IjE0NCIsIk1hcmdpbiI6eyIkcmVmIjoiNjAifSwiUGFkZGluZyI6eyIkcmVmIjoiNjEifSwiQmFja2dyb3VuZCI6eyIkaWQiOiIxNDUiLCJDb2xvciI6eyIkaWQiOiIxNDYiLCJBIjoyNTUsIlIiOjAsIkciOjE3NiwiQiI6MjQwfX0sIklzVmlzaWJsZSI6dHJ1ZSwiV2lkdGgiOjE4LjAsIkhlaWdodCI6MjAuMCwiQm9yZGVyU3R5bGUiOnsiJGlkIjoiMTQ3IiwiTGluZUNvbG9yIjp7IiRyZWYiOiI2MyJ9LCJMaW5lV2VpZ2h0IjowLjAsIkxpbmVUeXBlIjowLCJQYXJlbnRTdHlsZSI6eyIkcmVmIjoiNjIifX0sIlBhcmVudFN0eWxlIjp7IiRyZWYiOiI1OSJ9fSwiVGl0bGVTdHlsZSI6eyIkaWQiOiIxNDgiLCJGb250U2V0dGluZ3MiOnsiJGlkIjoiMTQ5IiwiRm9udFNpemUiOjExLCJGb250TmFtZSI6IkNhbGlicmkiLCJJc0JvbGQiOnRydWUsIklzSXRhbGljIjpmYWxzZSwiSXNVbmRlcmxpbmVkIjpmYWxzZSwiUGFyZW50U3R5bGUiOnsiJHJlZiI6IjY2In19LCJBdXRvU2l6ZSI6MiwiRm9yZWdyb3VuZCI6eyIkcmVmIjoiNjcifSwiTWF4V2lkdGgiOjkzLjAsIk1heEhlaWdodCI6IkluZmluaXR5IiwiU21hcnRGb3JlZ3JvdW5kSXNBY3RpdmUiOmZhbHNlLCJIb3Jpem9udGFsQWxpZ25tZW50IjowLCJWZXJ0aWNhbEFsaWdubWVudCI6MCwiU21hcnRGb3JlZ3JvdW5kIjpudWxsLCJNYXJnaW4iOnsiJHJlZiI6IjY5In0sIlBhZGRpbmciOnsiJHJlZiI6IjcwIn0sIkJhY2tncm91bmQiOnsiJHJlZiI6IjcxIn0sIklzVmlzaWJsZSI6dHJ1ZSwiV2lkdGgiOjAuMCwiSGVpZ2h0IjowLjAsIkJvcmRlclN0eWxlIjp7IiRpZCI6IjE1MCIsIkxpbmVDb2xvciI6bnVsbCwiTGluZVdlaWdodCI6MC4wLCJMaW5lVHlwZSI6MCwiUGFyZW50U3R5bGUiOm51bGx9LCJQYXJlbnRTdHlsZSI6eyIkcmVmIjoiNjUifX0sIkRhdGVTdHlsZSI6eyIkaWQiOiIxNTEiLCJGb250U2V0dGluZ3MiOnsiJGlkIjoiMTUyIiwiRm9udFNpemUiOjEwLCJGb250TmFtZSI6IkNhbGlicmkiLCJJc0JvbGQiOmZhbHNlLCJJc0l0YWxpYyI6ZmFsc2UsIklzVW5kZXJsaW5lZCI6ZmFsc2UsIlBhcmVudFN0eWxlIjp7IiRyZWYiOiI3MyJ9fSwiQXV0b1NpemUiOjAsIkZvcmVncm91bmQiOnsiJHJlZiI6Ijc0In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UzIiwiTGluZUNvbG9yIjpudWxsLCJMaW5lV2VpZ2h0IjowLjAsIkxpbmVUeXBlIjowLCJQYXJlbnRTdHlsZSI6bnVsbH0sIlBhcmVudFN0eWxlIjp7IiRyZWYiOiI3MiJ9fSwiRGF0ZUZvcm1hdCI6eyIkcmVmIjoiNzkifSwiSXNWaXNpYmxlIjp0cnVlLCJQYXJlbnRTdHlsZSI6eyIkcmVmIjoiNTMifX0sIlBvc2l0aW9uIjp7IiRpZCI6IjE1NCIsIlJhdGlvIjowLjEyMzQ5OTgwODYwNTgwNjMyLCJJc0N1c3RvbSI6dHJ1ZX0sIklkIjoiNWMyNDYwYTYtOTE0Ni00N2I5LTkyNzItN2RjZjUzMjllYTE5IiwiVGl0bGUiOiJWaXN1YWwgU3R1ZGlvIFx1MDAwYjIwMTMuMSIsIk5vdGUiOm51bGwsIkh5cGVybGluayI6bnVsbCwiSXNDaGFuZ2VkIjpmYWxzZSwiSXNOZXciOmZhbHNlfSx7IiRpZCI6IjE1NSIsIkRhdGUiOiIyMDE0LTA1LTE0VDIzOjU5OjU5Ljk5OVoiLCJTdHlsZSI6eyIkaWQiOiIxNTYiLCJTaGFwZSI6MiwiQ29ubmVjdG9yTWFyZ2luIjp7IiRyZWYiOiI1NCJ9LCJDb25uZWN0b3JTdHlsZSI6eyIkaWQiOiIxNTciLCJMaW5lQ29sb3IiOnsiJGlkIjoiMTU4IiwiJHR5cGUiOiJOTFJFLkNvbW1vbi5Eb20uU29saWRDb2xvckJydXNoLCBOTFJFLkNvbW1vbiIsIkNvbG9yIjp7IiRpZCI6IjE1OSIsIkEiOjEyNywiUiI6MjM3LCJHIjoxMjUsIkIiOjQ5fX0sIkxpbmVXZWlnaHQiOjEuMCwiTGluZVR5cGUiOjAsIlBhcmVudFN0eWxlIjp7IiRyZWYiOiI1NSJ9fSwiSXNCZWxvd1RpbWViYW5kIjpmYWxzZSwiSGlkZURhdGUiOmZhbHNlLCJTaGFwZVNpemUiOjEsIlNwYWNpbmciOjEuMCwiUGFkZGluZyI6eyIkcmVmIjoiNTgifSwiU2hhcGVTdHlsZSI6eyIkaWQiOiIxNjAiLCJNYXJnaW4iOnsiJHJlZiI6IjYwIn0sIlBhZGRpbmciOnsiJHJlZiI6IjYxIn0sIkJhY2tncm91bmQiOnsiJGlkIjoiMTYxIiwiQ29sb3IiOnsiJGlkIjoiMTYyIiwiQSI6MjU1LCJSIjoyMzcsIkciOjEyNSwiQiI6NDl9fSwiSXNWaXNpYmxlIjp0cnVlLCJXaWR0aCI6MTguMCwiSGVpZ2h0IjoyMC4wLCJCb3JkZXJTdHlsZSI6eyIkaWQiOiIxNjMiLCJMaW5lQ29sb3IiOnsiJHJlZiI6IjYzIn0sIkxpbmVXZWlnaHQiOjAuMCwiTGluZVR5cGUiOjAsIlBhcmVudFN0eWxlIjp7IiRyZWYiOiI2MiJ9fSwiUGFyZW50U3R5bGUiOnsiJHJlZiI6IjU5In19LCJUaXRsZVN0eWxlIjp7IiRpZCI6IjE2NCIsIkZvbnRTZXR0aW5ncyI6eyIkaWQiOiIxNjUiLCJGb250U2l6ZSI6MTEsIkZvbnROYW1lIjoiQ2FsaWJyaSIsIklzQm9sZCI6dHJ1ZSwiSXNJdGFsaWMiOmZhbHNlLCJJc1VuZGVybGluZWQiOmZhbHNlLCJQYXJlbnRTdHlsZSI6eyIkcmVmIjoiNjYifX0sIkF1dG9TaXplIjoyLCJGb3JlZ3JvdW5kIjp7IiRyZWYiOiI2NyJ9LCJNYXhXaWR0aCI6OTMuMCwiTWF4SGVpZ2h0IjoiSW5maW5pdHkiLCJTbWFydEZvcmVncm91bmRJc0FjdGl2ZSI6ZmFsc2UsIkhvcml6b250YWxBbGlnbm1lbnQiOjAsIlZlcnRpY2FsQWxpZ25tZW50IjowLCJTbWFydEZvcmVncm91bmQiOm51bGwsIk1hcmdpbiI6eyIkcmVmIjoiNjkifSwiUGFkZGluZyI6eyIkcmVmIjoiNzAifSwiQmFja2dyb3VuZCI6eyIkcmVmIjoiNzEifSwiSXNWaXNpYmxlIjp0cnVlLCJXaWR0aCI6MC4wLCJIZWlnaHQiOjAuMCwiQm9yZGVyU3R5bGUiOnsiJGlkIjoiMTY2IiwiTGluZUNvbG9yIjpudWxsLCJMaW5lV2VpZ2h0IjowLjAsIkxpbmVUeXBlIjowLCJQYXJlbnRTdHlsZSI6bnVsbH0sIlBhcmVudFN0eWxlIjp7IiRyZWYiOiI2NSJ9fSwiRGF0ZVN0eWxlIjp7IiRpZCI6IjE2NyIsIkZvbnRTZXR0aW5ncyI6eyIkaWQiOiIxNjgiLCJGb250U2l6ZSI6MTAsIkZvbnROYW1lIjoiQ2FsaWJyaSIsIklzQm9sZCI6ZmFsc2UsIklzSXRhbGljIjpmYWxzZSwiSXNVbmRlcmxpbmVkIjpmYWxzZSwiUGFyZW50U3R5bGUiOnsiJHJlZiI6IjczIn19LCJBdXRvU2l6ZSI6MCwiRm9yZWdyb3VuZCI6eyIkcmVmIjoiNzQifSwiTWF4V2lkdGgiOjIwMC4wLCJNYXhIZWlnaHQiOiJJbmZpbml0eSIsIlNtYXJ0Rm9yZWdyb3VuZElzQWN0aXZlIjpmYWxzZSwiSG9yaXpvbnRhbEFsaWdubWVudCI6MCwiVmVydGljYWxBbGlnbm1lbnQiOjAsIlNtYXJ0Rm9yZWdyb3VuZCI6bnVsbCwiTWFyZ2luIjp7IiRyZWYiOiI3NiJ9LCJQYWRkaW5nIjp7IiRyZWYiOiI3NyJ9LCJCYWNrZ3JvdW5kIjp7IiRyZWYiOiI3OCJ9LCJJc1Zpc2libGUiOnRydWUsIldpZHRoIjowLjAsIkhlaWdodCI6MC4wLCJCb3JkZXJTdHlsZSI6eyIkaWQiOiIxNjkiLCJMaW5lQ29sb3IiOm51bGwsIkxpbmVXZWlnaHQiOjAuMCwiTGluZVR5cGUiOjAsIlBhcmVudFN0eWxlIjpudWxsfSwiUGFyZW50U3R5bGUiOnsiJHJlZiI6IjcyIn19LCJEYXRlRm9ybWF0Ijp7IiRyZWYiOiI3OSJ9LCJJc1Zpc2libGUiOnRydWUsIlBhcmVudFN0eWxlIjp7IiRyZWYiOiI1MyJ9fSwiUG9zaXRpb24iOnsiJGlkIjoiMTcwIiwiUmF0aW8iOjAuMTIzNDk5ODA4NjA1ODA2MzIsIklzQ3VzdG9tIjp0cnVlfSwiSWQiOiIxNzAzMmI1MS1mZTQxLTRhNDMtYTM0YS03NzMwNmEwMWNiZjQiLCJUaXRsZSI6IlZpc3VhbCBTdHVkaW9cdTAwMGIgMjAxMy4yIiwiTm90ZSI6bnVsbCwiSHlwZXJsaW5rIjpudWxsLCJJc0NoYW5nZWQiOmZhbHNlLCJJc05ldyI6ZmFsc2V9LHsiJGlkIjoiMTcxIiwiRGF0ZSI6IjIwMTQtMDgtMTNUMjM6NTk6NTkuOTk5WiIsIlN0eWxlIjp7IiRpZCI6IjE3MiIsIlNoYXBlIjoyLCJDb25uZWN0b3JNYXJnaW4iOnsiJHJlZiI6IjU0In0sIkNvbm5lY3RvclN0eWxlIjp7IiRpZCI6IjE3MyIsIkxpbmVDb2xvciI6eyIkaWQiOiIxNzQiLCIkdHlwZSI6Ik5MUkUuQ29tbW9uLkRvbS5Tb2xpZENvbG9yQnJ1c2gsIE5MUkUuQ29tbW9uIiwiQ29sb3IiOnsiJGlkIjoiMTc1IiwiQSI6MTI3LCJSIjoxNjUsIkciOjE2NSwiQiI6MTY1fX0sIkxpbmVXZWlnaHQiOjEuMCwiTGluZVR5cGUiOjAsIlBhcmVudFN0eWxlIjp7IiRyZWYiOiI1NSJ9fSwiSXNCZWxvd1RpbWViYW5kIjpmYWxzZSwiSGlkZURhdGUiOmZhbHNlLCJTaGFwZVNpemUiOjEsIlNwYWNpbmciOjEuMCwiUGFkZGluZyI6eyIkcmVmIjoiNTgifSwiU2hhcGVTdHlsZSI6eyIkaWQiOiIxNzYiLCJNYXJnaW4iOnsiJHJlZiI6IjYwIn0sIlBhZGRpbmciOnsiJHJlZiI6IjYxIn0sIkJhY2tncm91bmQiOnsiJGlkIjoiMTc3IiwiQ29sb3IiOnsiJGlkIjoiMTc4IiwiQSI6MjU1LCJSIjoxNjUsIkciOjE2NSwiQiI6MTY1fX0sIklzVmlzaWJsZSI6dHJ1ZSwiV2lkdGgiOjE4LjAsIkhlaWdodCI6MjAuMCwiQm9yZGVyU3R5bGUiOnsiJGlkIjoiMTc5IiwiTGluZUNvbG9yIjp7IiRyZWYiOiI2MyJ9LCJMaW5lV2VpZ2h0IjowLjAsIkxpbmVUeXBlIjowLCJQYXJlbnRTdHlsZSI6eyIkcmVmIjoiNjIifX0sIlBhcmVudFN0eWxlIjp7IiRyZWYiOiI1OSJ9fSwiVGl0bGVTdHlsZSI6eyIkaWQiOiIxODAiLCJGb250U2V0dGluZ3MiOnsiJGlkIjoiMTgxIiwiRm9udFNpemUiOjExLCJGb250TmFtZSI6IkNhbGlicmkiLCJJc0JvbGQiOnRydWUsIklzSXRhbGljIjpmYWxzZSwiSXNVbmRlcmxpbmVkIjpmYWxzZSwiUGFyZW50U3R5bGUiOnsiJHJlZiI6IjY2In19LCJBdXRvU2l6ZSI6MiwiRm9yZWdyb3VuZCI6eyIkcmVmIjoiNjcifSwiTWF4V2lkdGgiOjkzLjAsIk1heEhlaWdodCI6IkluZmluaXR5IiwiU21hcnRGb3JlZ3JvdW5kSXNBY3RpdmUiOmZhbHNlLCJIb3Jpem9udGFsQWxpZ25tZW50IjowLCJWZXJ0aWNhbEFsaWdubWVudCI6MCwiU21hcnRGb3JlZ3JvdW5kIjpudWxsLCJNYXJnaW4iOnsiJHJlZiI6IjY5In0sIlBhZGRpbmciOnsiJHJlZiI6IjcwIn0sIkJhY2tncm91bmQiOnsiJHJlZiI6IjcxIn0sIklzVmlzaWJsZSI6dHJ1ZSwiV2lkdGgiOjAuMCwiSGVpZ2h0IjowLjAsIkJvcmRlclN0eWxlIjp7IiRpZCI6IjE4MiIsIkxpbmVDb2xvciI6bnVsbCwiTGluZVdlaWdodCI6MC4wLCJMaW5lVHlwZSI6MCwiUGFyZW50U3R5bGUiOm51bGx9LCJQYXJlbnRTdHlsZSI6eyIkcmVmIjoiNjUifX0sIkRhdGVTdHlsZSI6eyIkaWQiOiIxODMiLCJGb250U2V0dGluZ3MiOnsiJGlkIjoiMTg0IiwiRm9udFNpemUiOjEwLCJGb250TmFtZSI6IkNhbGlicmkiLCJJc0JvbGQiOmZhbHNlLCJJc0l0YWxpYyI6ZmFsc2UsIklzVW5kZXJsaW5lZCI6ZmFsc2UsIlBhcmVudFN0eWxlIjp7IiRyZWYiOiI3MyJ9fSwiQXV0b1NpemUiOjAsIkZvcmVncm91bmQiOnsiJHJlZiI6Ijc0In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g1IiwiTGluZUNvbG9yIjpudWxsLCJMaW5lV2VpZ2h0IjowLjAsIkxpbmVUeXBlIjowLCJQYXJlbnRTdHlsZSI6bnVsbH0sIlBhcmVudFN0eWxlIjp7IiRyZWYiOiI3MiJ9fSwiRGF0ZUZvcm1hdCI6eyIkcmVmIjoiNzkifSwiSXNWaXNpYmxlIjp0cnVlLCJQYXJlbnRTdHlsZSI6eyIkcmVmIjoiNTMifX0sIlBvc2l0aW9uIjp7IiRpZCI6IjE4NiIsIlJhdGlvIjowLjEyMzQ5OTk0OTg5MDg5MDIzLCJJc0N1c3RvbSI6dHJ1ZX0sIklkIjoiY2QyZjM4YTQtMTM5OC00NDQ5LThhZTgtZjAxNTRhZjQ4YTM4IiwiVGl0bGUiOiJWaXN1YWwgU3R1ZGlvIFx1MDAwYjIwMTMuMyIsIk5vdGUiOm51bGwsIkh5cGVybGluayI6bnVsbCwiSXNDaGFuZ2VkIjpmYWxzZSwiSXNOZXciOmZhbHNlfSx7IiRpZCI6IjE4NyIsIkRhdGUiOiIyMDE0LTExLTE5VDIzOjU5OjU5Ljk5OVoiLCJTdHlsZSI6eyIkaWQiOiIxODgiLCJTaGFwZSI6MiwiQ29ubmVjdG9yTWFyZ2luIjp7IiRyZWYiOiI1NCJ9LCJDb25uZWN0b3JTdHlsZSI6eyIkaWQiOiIxODkiLCJMaW5lQ29sb3IiOnsiJGlkIjoiMTkwIiwiJHR5cGUiOiJOTFJFLkNvbW1vbi5Eb20uU29saWRDb2xvckJydXNoLCBOTFJFLkNvbW1vbiIsIkNvbG9yIjp7IiRpZCI6IjE5MSIsIkEiOjEyNywiUiI6MjU1LCJHIjoxOTIsIkIiOjB9fSwiTGluZVdlaWdodCI6MS4wLCJMaW5lVHlwZSI6MCwiUGFyZW50U3R5bGUiOnsiJHJlZiI6IjU1In19LCJJc0JlbG93VGltZWJhbmQiOmZhbHNlLCJIaWRlRGF0ZSI6ZmFsc2UsIlNoYXBlU2l6ZSI6MSwiU3BhY2luZyI6MS4wLCJQYWRkaW5nIjp7IiRyZWYiOiI1OCJ9LCJTaGFwZVN0eWxlIjp7IiRpZCI6IjE5MiIsIk1hcmdpbiI6eyIkcmVmIjoiNjAifSwiUGFkZGluZyI6eyIkcmVmIjoiNjEifSwiQmFja2dyb3VuZCI6eyIkaWQiOiIxOTMiLCJDb2xvciI6eyIkaWQiOiIxOTQiLCJBIjoyNTUsIlIiOjI1NSwiRyI6MTkyLCJCIjowfX0sIklzVmlzaWJsZSI6dHJ1ZSwiV2lkdGgiOjE4LjAsIkhlaWdodCI6MjAuMCwiQm9yZGVyU3R5bGUiOnsiJGlkIjoiMTk1IiwiTGluZUNvbG9yIjp7IiRyZWYiOiI2MyJ9LCJMaW5lV2VpZ2h0IjowLjAsIkxpbmVUeXBlIjowLCJQYXJlbnRTdHlsZSI6eyIkcmVmIjoiNjIifX0sIlBhcmVudFN0eWxlIjp7IiRyZWYiOiI1OSJ9fSwiVGl0bGVTdHlsZSI6eyIkaWQiOiIxOTYiLCJGb250U2V0dGluZ3MiOnsiJGlkIjoiMTk3IiwiRm9udFNpemUiOjExLCJGb250TmFtZSI6IkNhbGlicmkiLCJJc0JvbGQiOnRydWUsIklzSXRhbGljIjpmYWxzZSwiSXNVbmRlcmxpbmVkIjpmYWxzZSwiUGFyZW50U3R5bGUiOnsiJHJlZiI6IjY2In19LCJBdXRvU2l6ZSI6MiwiRm9yZWdyb3VuZCI6eyIkcmVmIjoiNjcifSwiTWF4V2lkdGgiOjkzLjAsIk1heEhlaWdodCI6IkluZmluaXR5IiwiU21hcnRGb3JlZ3JvdW5kSXNBY3RpdmUiOmZhbHNlLCJIb3Jpem9udGFsQWxpZ25tZW50IjowLCJWZXJ0aWNhbEFsaWdubWVudCI6MCwiU21hcnRGb3JlZ3JvdW5kIjpudWxsLCJNYXJnaW4iOnsiJHJlZiI6IjY5In0sIlBhZGRpbmciOnsiJHJlZiI6IjcwIn0sIkJhY2tncm91bmQiOnsiJHJlZiI6IjcxIn0sIklzVmlzaWJsZSI6dHJ1ZSwiV2lkdGgiOjAuMCwiSGVpZ2h0IjowLjAsIkJvcmRlclN0eWxlIjp7IiRpZCI6IjE5OCIsIkxpbmVDb2xvciI6bnVsbCwiTGluZVdlaWdodCI6MC4wLCJMaW5lVHlwZSI6MCwiUGFyZW50U3R5bGUiOm51bGx9LCJQYXJlbnRTdHlsZSI6eyIkcmVmIjoiNjUifX0sIkRhdGVTdHlsZSI6eyIkaWQiOiIxOTkiLCJGb250U2V0dGluZ3MiOnsiJGlkIjoiMjAwIiwiRm9udFNpemUiOjEwLCJGb250TmFtZSI6IkNhbGlicmkiLCJJc0JvbGQiOmZhbHNlLCJJc0l0YWxpYyI6ZmFsc2UsIklzVW5kZXJsaW5lZCI6ZmFsc2UsIlBhcmVudFN0eWxlIjp7IiRyZWYiOiI3MyJ9fSwiQXV0b1NpemUiOjAsIkZvcmVncm91bmQiOnsiJHJlZiI6Ijc0In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jAxIiwiTGluZUNvbG9yIjpudWxsLCJMaW5lV2VpZ2h0IjowLjAsIkxpbmVUeXBlIjowLCJQYXJlbnRTdHlsZSI6bnVsbH0sIlBhcmVudFN0eWxlIjp7IiRyZWYiOiI3MiJ9fSwiRGF0ZUZvcm1hdCI6eyIkcmVmIjoiNzkifSwiSXNWaXNpYmxlIjp0cnVlLCJQYXJlbnRTdHlsZSI6eyIkcmVmIjoiNTMifX0sIlBvc2l0aW9uIjp7IiRpZCI6IjIwMiIsIlJhdGlvIjowLjEyMzQ5OTk0OTg5MDg5MDIzLCJJc0N1c3RvbSI6dHJ1ZX0sIklkIjoiMDY3MjUxMmItNzUyYS00MmRlLWFiMWYtZDdmZGFiNDk2OTkxIiwiVGl0bGUiOiJWaXN1YWwgU3R1ZGlvIFx1MDAwYjIwMTMuNCIsIk5vdGUiOm51bGwsIkh5cGVybGluayI6bnVsbCwiSXNDaGFuZ2VkIjpmYWxzZSwiSXNOZXciOmZhbHNlfSx7IiRpZCI6IjIwMyIsIkRhdGUiOiIyMDE1LTA3LTE1VDIzOjU5OjU5Ljk5OVoiLCJTdHlsZSI6eyIkaWQiOiIyMDQiLCJTaGFwZSI6MiwiQ29ubmVjdG9yTWFyZ2luIjp7IiRyZWYiOiI1NCJ9LCJDb25uZWN0b3JTdHlsZSI6eyIkaWQiOiIyMDUiLCJMaW5lQ29sb3IiOnsiJGlkIjoiMjA2IiwiJHR5cGUiOiJOTFJFLkNvbW1vbi5Eb20uU29saWRDb2xvckJydXNoLCBOTFJFLkNvbW1vbiIsIkNvbG9yIjp7IiRpZCI6IjIwNyIsIkEiOjEyNywiUiI6NjgsIkciOjExNCwiQiI6MTk2fX0sIkxpbmVXZWlnaHQiOjEuMCwiTGluZVR5cGUiOjAsIlBhcmVudFN0eWxlIjp7IiRyZWYiOiI1NSJ9fSwiSXNCZWxvd1RpbWViYW5kIjpmYWxzZSwiSGlkZURhdGUiOmZhbHNlLCJTaGFwZVNpemUiOjEsIlNwYWNpbmciOjEuMCwiUGFkZGluZyI6eyIkcmVmIjoiNTgifSwiU2hhcGVTdHlsZSI6eyIkaWQiOiIyMDgiLCJNYXJnaW4iOnsiJHJlZiI6IjYwIn0sIlBhZGRpbmciOnsiJHJlZiI6IjYxIn0sIkJhY2tncm91bmQiOnsiJGlkIjoiMjA5IiwiQ29sb3IiOnsiJGlkIjoiMjEwIiwiQSI6MjU1LCJSIjoxNjksIkciOjIwOSwiQiI6MTQyfX0sIklzVmlzaWJsZSI6dHJ1ZSwiV2lkdGgiOjE4LjAsIkhlaWdodCI6MjAuMCwiQm9yZGVyU3R5bGUiOnsiJGlkIjoiMjExIiwiTGluZUNvbG9yIjp7IiRyZWYiOiI2MyJ9LCJMaW5lV2VpZ2h0IjowLjAsIkxpbmVUeXBlIjowLCJQYXJlbnRTdHlsZSI6eyIkcmVmIjoiNjIifX0sIlBhcmVudFN0eWxlIjp7IiRyZWYiOiI1OSJ9fSwiVGl0bGVTdHlsZSI6eyIkaWQiOiIyMTIiLCJGb250U2V0dGluZ3MiOnsiJGlkIjoiMjEzIiwiRm9udFNpemUiOjExLCJGb250TmFtZSI6IkNhbGlicmkiLCJJc0JvbGQiOnRydWUsIklzSXRhbGljIjpmYWxzZSwiSXNVbmRlcmxpbmVkIjpmYWxzZSwiUGFyZW50U3R5bGUiOnsiJHJlZiI6IjY2In19LCJBdXRvU2l6ZSI6MiwiRm9yZWdyb3VuZCI6eyIkcmVmIjoiNjcifSwiTWF4V2lkdGgiOjEzMi45MDY1Mzk5MTY5OTIxOSwiTWF4SGVpZ2h0IjoiSW5maW5pdHkiLCJTbWFydEZvcmVncm91bmRJc0FjdGl2ZSI6ZmFsc2UsIkhvcml6b250YWxBbGlnbm1lbnQiOjAsIlZlcnRpY2FsQWxpZ25tZW50IjowLCJTbWFydEZvcmVncm91bmQiOm51bGwsIk1hcmdpbiI6eyIkcmVmIjoiNjkifSwiUGFkZGluZyI6eyIkcmVmIjoiNzAifSwiQmFja2dyb3VuZCI6eyIkcmVmIjoiNzEifSwiSXNWaXNpYmxlIjp0cnVlLCJXaWR0aCI6MC4wLCJIZWlnaHQiOjAuMCwiQm9yZGVyU3R5bGUiOnsiJGlkIjoiMjE0IiwiTGluZUNvbG9yIjpudWxsLCJMaW5lV2VpZ2h0IjowLjAsIkxpbmVUeXBlIjowLCJQYXJlbnRTdHlsZSI6bnVsbH0sIlBhcmVudFN0eWxlIjp7IiRyZWYiOiI2NSJ9fSwiRGF0ZVN0eWxlIjp7IiRpZCI6IjIxNSIsIkZvbnRTZXR0aW5ncyI6eyIkaWQiOiIyMTYiLCJGb250U2l6ZSI6MTAsIkZvbnROYW1lIjoiQ2FsaWJyaSIsIklzQm9sZCI6ZmFsc2UsIklzSXRhbGljIjpmYWxzZSwiSXNVbmRlcmxpbmVkIjpmYWxzZSwiUGFyZW50U3R5bGUiOnsiJHJlZiI6IjczIn19LCJBdXRvU2l6ZSI6MCwiRm9yZWdyb3VuZCI6eyIkcmVmIjoiNzQifSwiTWF4V2lkdGgiOjIwMC4wLCJNYXhIZWlnaHQiOiJJbmZpbml0eSIsIlNtYXJ0Rm9yZWdyb3VuZElzQWN0aXZlIjpmYWxzZSwiSG9yaXpvbnRhbEFsaWdubWVudCI6MCwiVmVydGljYWxBbGlnbm1lbnQiOjAsIlNtYXJ0Rm9yZWdyb3VuZCI6bnVsbCwiTWFyZ2luIjp7IiRyZWYiOiI3NiJ9LCJQYWRkaW5nIjp7IiRyZWYiOiI3NyJ9LCJCYWNrZ3JvdW5kIjp7IiRyZWYiOiI3OCJ9LCJJc1Zpc2libGUiOnRydWUsIldpZHRoIjowLjAsIkhlaWdodCI6MC4wLCJCb3JkZXJTdHlsZSI6eyIkaWQiOiIyMTciLCJMaW5lQ29sb3IiOm51bGwsIkxpbmVXZWlnaHQiOjAuMCwiTGluZVR5cGUiOjAsIlBhcmVudFN0eWxlIjpudWxsfSwiUGFyZW50U3R5bGUiOnsiJHJlZiI6IjcyIn19LCJEYXRlRm9ybWF0Ijp7IiRyZWYiOiI3OSJ9LCJJc1Zpc2libGUiOnRydWUsIlBhcmVudFN0eWxlIjp7IiRyZWYiOiI1MyJ9fSwiUG9zaXRpb24iOnsiJGlkIjoiMjE4IiwiUmF0aW8iOjAuMTM1OTMyMDQ4NjU2MzIyMzMsIklzQ3VzdG9tIjp0cnVlfSwiSWQiOiJmM2M3ZWYwYy03MWMzLTQzNzQtYjI0MS1lZjkzOWIwYmJlYjUiLCJUaXRsZSI6IlZpc3VhbCBTdHVkaW8gIFx1MDAwYjIwMTMuNSIsIk5vdGUiOm51bGwsIkh5cGVybGluayI6bnVsbCwiSXNDaGFuZ2VkIjpmYWxzZSwiSXNOZXciOmZhbHNlfSx7IiRpZCI6IjIxOSIsIkRhdGUiOiIyMDE1LTA3LTIyVDIzOjU5OjU5Ljk5OVoiLCJTdHlsZSI6eyIkaWQiOiIyMjAiLCJTaGFwZSI6MiwiQ29ubmVjdG9yTWFyZ2luIjp7IiRyZWYiOiI1NCJ9LCJDb25uZWN0b3JTdHlsZSI6eyIkaWQiOiIyMjEiLCJMaW5lQ29sb3IiOnsiJGlkIjoiMjIyIiwiJHR5cGUiOiJOTFJFLkNvbW1vbi5Eb20uU29saWRDb2xvckJydXNoLCBOTFJFLkNvbW1vbiIsIkNvbG9yIjp7IiRpZCI6IjIyMyIsIkEiOjEyNywiUiI6MjU1LCJHIjoyNTUsIkIiOjI1NX19LCJMaW5lV2VpZ2h0IjoxLjAsIkxpbmVUeXBlIjowLCJQYXJlbnRTdHlsZSI6eyIkcmVmIjoiNTUifX0sIklzQmVsb3dUaW1lYmFuZCI6dHJ1ZSwiSGlkZURhdGUiOmZhbHNlLCJTaGFwZVNpemUiOjEsIlNwYWNpbmciOjEuMCwiUGFkZGluZyI6eyIkcmVmIjoiNTgifSwiU2hhcGVTdHlsZSI6eyIkaWQiOiIyMjQiLCJNYXJnaW4iOnsiJHJlZiI6IjYwIn0sIlBhZGRpbmciOnsiJHJlZiI6IjYxIn0sIkJhY2tncm91bmQiOnsiJGlkIjoiMjI1IiwiQ29sb3IiOnsiJGlkIjoiMjI2IiwiQSI6MjU1LCJSIjoyNTUsIkciOjI1NSwiQiI6MjU1fX0sIklzVmlzaWJsZSI6dHJ1ZSwiV2lkdGgiOjE4LjAsIkhlaWdodCI6MjAuMCwiQm9yZGVyU3R5bGUiOnsiJGlkIjoiMjI3IiwiTGluZUNvbG9yIjp7IiRyZWYiOiI2MyJ9LCJMaW5lV2VpZ2h0IjowLjAsIkxpbmVUeXBlIjowLCJQYXJlbnRTdHlsZSI6eyIkcmVmIjoiNjIifX0sIlBhcmVudFN0eWxlIjp7IiRyZWYiOiI1OSJ9fSwiVGl0bGVTdHlsZSI6eyIkaWQiOiIyMjgiLCJGb250U2V0dGluZ3MiOnsiJGlkIjoiMjI5IiwiRm9udFNpemUiOjExLCJGb250TmFtZSI6IkNhbGlicmkiLCJJc0JvbGQiOnRydWUsIklzSXRhbGljIjpmYWxzZSwiSXNVbmRlcmxpbmVkIjpmYWxzZSwiUGFyZW50U3R5bGUiOnsiJHJlZiI6IjY2In19LCJBdXRvU2l6ZSI6MCwiRm9yZWdyb3VuZCI6eyIkcmVmIjoiNjcifSwiTWF4V2lkdGgiOjIwMC4wLCJNYXhIZWlnaHQiOiJJbmZpbml0eSIsIlNtYXJ0Rm9yZWdyb3VuZElzQWN0aXZlIjpmYWxzZSwiSG9yaXpvbnRhbEFsaWdubWVudCI6MCwiVmVydGljYWxBbGlnbm1lbnQiOjAsIlNtYXJ0Rm9yZWdyb3VuZCI6bnVsbCwiTWFyZ2luIjp7IiRyZWYiOiI2OSJ9LCJQYWRkaW5nIjp7IiRyZWYiOiI3MCJ9LCJCYWNrZ3JvdW5kIjp7IiRyZWYiOiI3MSJ9LCJJc1Zpc2libGUiOnRydWUsIldpZHRoIjowLjAsIkhlaWdodCI6MC4wLCJCb3JkZXJTdHlsZSI6eyIkaWQiOiIyMzAiLCJMaW5lQ29sb3IiOm51bGwsIkxpbmVXZWlnaHQiOjAuMCwiTGluZVR5cGUiOjAsIlBhcmVudFN0eWxlIjpudWxsfSwiUGFyZW50U3R5bGUiOnsiJHJlZiI6IjY1In19LCJEYXRlU3R5bGUiOnsiJGlkIjoiMjMxIiwiRm9udFNldHRpbmdzIjp7IiRpZCI6IjIzMiIsIkZvbnRTaXplIjoxMCwiRm9udE5hbWUiOiJDYWxpYnJpIiwiSXNCb2xkIjpmYWxzZSwiSXNJdGFsaWMiOmZhbHNlLCJJc1VuZGVybGluZWQiOmZhbHNlLCJQYXJlbnRTdHlsZSI6eyIkcmVmIjoiNzMifX0sIkF1dG9TaXplIjowLCJGb3JlZ3JvdW5kIjp7IiRyZWYiOiI3NCJ9LCJNYXhXaWR0aCI6MjAwLjAsIk1heEhlaWdodCI6IkluZmluaXR5IiwiU21hcnRGb3JlZ3JvdW5kSXNBY3RpdmUiOmZhbHNlLCJIb3Jpem9udGFsQWxpZ25tZW50IjowLCJWZXJ0aWNhbEFsaWdubWVudCI6MCwiU21hcnRGb3JlZ3JvdW5kIjpudWxsLCJNYXJnaW4iOnsiJHJlZiI6Ijc2In0sIlBhZGRpbmciOnsiJHJlZiI6Ijc3In0sIkJhY2tncm91bmQiOnsiJHJlZiI6Ijc4In0sIklzVmlzaWJsZSI6dHJ1ZSwiV2lkdGgiOjAuMCwiSGVpZ2h0IjowLjAsIkJvcmRlclN0eWxlIjp7IiRpZCI6IjIzMyIsIkxpbmVDb2xvciI6bnVsbCwiTGluZVdlaWdodCI6MC4wLCJMaW5lVHlwZSI6MCwiUGFyZW50U3R5bGUiOm51bGx9LCJQYXJlbnRTdHlsZSI6eyIkcmVmIjoiNzIifX0sIkRhdGVGb3JtYXQiOnsiJHJlZiI6Ijc5In0sIklzVmlzaWJsZSI6dHJ1ZSwiUGFyZW50U3R5bGUiOnsiJHJlZiI6IjUzIn19LCJQb3NpdGlvbiI6eyIkaWQiOiIyMzQiLCJSYXRpbyI6MC4wLCJJc0N1c3RvbSI6ZmFsc2V9LCJJZCI6IjNlZmYxNWE2LTYyNmYtNGU1Mi04NzgzLWMwNjY4MjU1ZGRmYSIsIlRpdGxlIjoiVmlzdWFsIFN0dWRpbyAyMDE1IiwiTm90ZSI6bnVsbCwiSHlwZXJsaW5rIjpudWxsLCJJc0NoYW5nZWQiOmZhbHNlLCJJc05ldyI6ZmFsc2V9XSwiVGFza3MiOltdLCJTZXR0aW5ncyI6eyIkaWQiOiIyMzUiLCJJbXBhT3B0aW9ucyI6eyIkaWQiOiIyMzYiLCJMZWZ0VG9SaWdodCI6ZmFsc2UsIlBheWxvYWRPcHRpb25zIjoyfSwiVXNlQ29tcHJlc3Npb24iOmZhbHNlLCJDb21wcmVzaW9uUGVyY2VudGFnZSI6MC4wLCJJbmFjdGl2ZUludGVydmFsV2lkdGhUaHJlc2hvbGQiOjAuMCwiSW5hY3RpdmVJbnRlcnZhbFdpZHRoIjowLjAsIlNwbGl0VGFza3MiOmZhbHNlLCJVc2VDbHVzdGVyIjpmYWxzZSwiRXBzaWxvbiI6MC4wLCJNaW5Qb2ludHNUb0Zvcm1BQ2x1c3RlciI6MCwiR2VuZXJhdGVJbnZpc2libGVTaGFwZXMiOmZhbHNlLCJTbWFydFRpbWVsaW5lVGFza1BlcmNlbnRhZ2VGaXQiOmZhbHNlfSwiSXNOZXciOnRydWV9"/>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Deck Titl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89FD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zure Medium">
  <a:themeElements>
    <a:clrScheme name="Custom 4">
      <a:dk1>
        <a:srgbClr val="00B0F0"/>
      </a:dk1>
      <a:lt1>
        <a:srgbClr val="FFFFFF"/>
      </a:lt1>
      <a:dk2>
        <a:srgbClr val="44546A"/>
      </a:dk2>
      <a:lt2>
        <a:srgbClr val="FFFFFF"/>
      </a:lt2>
      <a:accent1>
        <a:srgbClr val="00B0F0"/>
      </a:accent1>
      <a:accent2>
        <a:srgbClr val="ED7D31"/>
      </a:accent2>
      <a:accent3>
        <a:srgbClr val="A5A5A5"/>
      </a:accent3>
      <a:accent4>
        <a:srgbClr val="FFC000"/>
      </a:accent4>
      <a:accent5>
        <a:srgbClr val="4472C4"/>
      </a:accent5>
      <a:accent6>
        <a:srgbClr val="70AD47"/>
      </a:accent6>
      <a:hlink>
        <a:srgbClr val="FFFFFF"/>
      </a:hlink>
      <a:folHlink>
        <a:srgbClr val="954F72"/>
      </a:folHlink>
    </a:clrScheme>
    <a:fontScheme name="Windows Azure">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zure Gree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indows Azure">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Azure Graphi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indows Azure">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Azure Dark">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indows Azure">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Azure Basi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indows Azure">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Azure Noi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indows Azure">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Azure Medium">
  <a:themeElements>
    <a:clrScheme name="Custom 3">
      <a:dk1>
        <a:srgbClr val="00B0F0"/>
      </a:dk1>
      <a:lt1>
        <a:srgbClr val="FFFFFF"/>
      </a:lt1>
      <a:dk2>
        <a:srgbClr val="44546A"/>
      </a:dk2>
      <a:lt2>
        <a:srgbClr val="FFFFFF"/>
      </a:lt2>
      <a:accent1>
        <a:srgbClr val="00B0F0"/>
      </a:accent1>
      <a:accent2>
        <a:srgbClr val="ED7D31"/>
      </a:accent2>
      <a:accent3>
        <a:srgbClr val="A5A5A5"/>
      </a:accent3>
      <a:accent4>
        <a:srgbClr val="FFC000"/>
      </a:accent4>
      <a:accent5>
        <a:srgbClr val="4472C4"/>
      </a:accent5>
      <a:accent6>
        <a:srgbClr val="70AD47"/>
      </a:accent6>
      <a:hlink>
        <a:srgbClr val="FFFFFF"/>
      </a:hlink>
      <a:folHlink>
        <a:srgbClr val="954F72"/>
      </a:folHlink>
    </a:clrScheme>
    <a:fontScheme name="Windows Azure">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5499</TotalTime>
  <Words>4225</Words>
  <Application>Microsoft Office PowerPoint</Application>
  <PresentationFormat>Widescreen</PresentationFormat>
  <Paragraphs>549</Paragraphs>
  <Slides>41</Slides>
  <Notes>36</Notes>
  <HiddenSlides>0</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41</vt:i4>
      </vt:variant>
    </vt:vector>
  </HeadingPairs>
  <TitlesOfParts>
    <vt:vector size="56" baseType="lpstr">
      <vt:lpstr>Arial</vt:lpstr>
      <vt:lpstr>Calibri</vt:lpstr>
      <vt:lpstr>Consolas</vt:lpstr>
      <vt:lpstr>Segoe</vt:lpstr>
      <vt:lpstr>Segoe UI</vt:lpstr>
      <vt:lpstr>Segoe UI Light</vt:lpstr>
      <vt:lpstr>Segoe UI Semibold</vt:lpstr>
      <vt:lpstr>Deck Title Slide</vt:lpstr>
      <vt:lpstr>Azure Medium</vt:lpstr>
      <vt:lpstr>Azure Green</vt:lpstr>
      <vt:lpstr>Azure Graphite</vt:lpstr>
      <vt:lpstr>Azure Dark</vt:lpstr>
      <vt:lpstr>Azure Basic</vt:lpstr>
      <vt:lpstr>Azure Noir</vt:lpstr>
      <vt:lpstr>1_Azure Medium</vt:lpstr>
      <vt:lpstr>PowerPoint Presentation</vt:lpstr>
      <vt:lpstr>Introduction to ASP.NET Core &amp; Visual Studio Web Tools</vt:lpstr>
      <vt:lpstr>Today’s Agenda</vt:lpstr>
      <vt:lpstr>Session Agenda</vt:lpstr>
      <vt:lpstr>PowerPoint Presentation</vt:lpstr>
      <vt:lpstr>ASP.NET 4.6 and ASP.NET MVC 5   Recent Updates</vt:lpstr>
      <vt:lpstr>ASP.NET Updates</vt:lpstr>
      <vt:lpstr>One ASP.NET</vt:lpstr>
      <vt:lpstr>One ASP.NET</vt:lpstr>
      <vt:lpstr>One ASP.NET</vt:lpstr>
      <vt:lpstr>One ASP.NET</vt:lpstr>
      <vt:lpstr>ASP.NET Core 1.0: New, but still one project type</vt:lpstr>
      <vt:lpstr>Bootstrap</vt:lpstr>
      <vt:lpstr>OWIN (Open Web Interface for .NET)</vt:lpstr>
      <vt:lpstr>Web Forms Model Binding</vt:lpstr>
      <vt:lpstr>HTTP/2 Support</vt:lpstr>
      <vt:lpstr>HTTP/2 Support</vt:lpstr>
      <vt:lpstr>.NET Compiler Platform (“Roslyn”)</vt:lpstr>
      <vt:lpstr>Visual Studio Web Tools</vt:lpstr>
      <vt:lpstr>Visual Studio 2015</vt:lpstr>
      <vt:lpstr>VS Web Essentials</vt:lpstr>
      <vt:lpstr>BrowserLink</vt:lpstr>
      <vt:lpstr>NPM Integration</vt:lpstr>
      <vt:lpstr>NPM ecosystem - Bower</vt:lpstr>
      <vt:lpstr>NPM ecosystem – Grunt / Gulp</vt:lpstr>
      <vt:lpstr>JSON Editor</vt:lpstr>
      <vt:lpstr>HTML Editor</vt:lpstr>
      <vt:lpstr>JavaScript Editor</vt:lpstr>
      <vt:lpstr>Demo</vt:lpstr>
      <vt:lpstr>ASP.NET 2015 in a Nutshell</vt:lpstr>
      <vt:lpstr>PowerPoint Presentation</vt:lpstr>
      <vt:lpstr>ASP.NET Core 1.0</vt:lpstr>
      <vt:lpstr>ASP.NET Core 1.0 – Key Values</vt:lpstr>
      <vt:lpstr>Demo</vt:lpstr>
      <vt:lpstr>TagHelpers</vt:lpstr>
      <vt:lpstr>HTML Helpers</vt:lpstr>
      <vt:lpstr>TagHelpers</vt:lpstr>
      <vt:lpstr>TagHelpers: Create Your Own</vt:lpstr>
      <vt:lpstr>Demo</vt:lpstr>
      <vt:lpstr>ASP.NET Identity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 Galloway</dc:creator>
  <cp:lastModifiedBy>Tom Walker</cp:lastModifiedBy>
  <cp:revision>105</cp:revision>
  <dcterms:created xsi:type="dcterms:W3CDTF">2013-08-05T17:04:56Z</dcterms:created>
  <dcterms:modified xsi:type="dcterms:W3CDTF">2016-02-21T11:07:05Z</dcterms:modified>
</cp:coreProperties>
</file>